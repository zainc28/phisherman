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57" r:id="rId5"/>
    <p:sldId id="260" r:id="rId6"/>
    <p:sldId id="268" r:id="rId7"/>
    <p:sldId id="261" r:id="rId8"/>
    <p:sldId id="267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393C7-3B2D-4273-849A-6C084D7EA89D}" v="10" dt="2026-03-13T17:38:41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 Choudhry" userId="a709895ea9e7cd12" providerId="LiveId" clId="{F93E23FC-B1F1-4D93-B375-9DC7FA75A0D6}"/>
    <pc:docChg chg="undo custSel delSld modSld sldOrd">
      <pc:chgData name="Zain Choudhry" userId="a709895ea9e7cd12" providerId="LiveId" clId="{F93E23FC-B1F1-4D93-B375-9DC7FA75A0D6}" dt="2026-03-13T17:38:41.346" v="341" actId="1076"/>
      <pc:docMkLst>
        <pc:docMk/>
      </pc:docMkLst>
      <pc:sldChg chg="addSp delSp modSp mod">
        <pc:chgData name="Zain Choudhry" userId="a709895ea9e7cd12" providerId="LiveId" clId="{F93E23FC-B1F1-4D93-B375-9DC7FA75A0D6}" dt="2026-03-13T16:59:08.440" v="65" actId="478"/>
        <pc:sldMkLst>
          <pc:docMk/>
          <pc:sldMk cId="0" sldId="256"/>
        </pc:sldMkLst>
        <pc:spChg chg="add del mod">
          <ac:chgData name="Zain Choudhry" userId="a709895ea9e7cd12" providerId="LiveId" clId="{F93E23FC-B1F1-4D93-B375-9DC7FA75A0D6}" dt="2026-03-13T16:59:08.440" v="65" actId="478"/>
          <ac:spMkLst>
            <pc:docMk/>
            <pc:sldMk cId="0" sldId="256"/>
            <ac:spMk id="15" creationId="{F9B6F125-0A26-D152-4C63-5A8B8410F65B}"/>
          </ac:spMkLst>
        </pc:spChg>
      </pc:sldChg>
      <pc:sldChg chg="delSp mod ord">
        <pc:chgData name="Zain Choudhry" userId="a709895ea9e7cd12" providerId="LiveId" clId="{F93E23FC-B1F1-4D93-B375-9DC7FA75A0D6}" dt="2026-03-13T17:06:48.526" v="80"/>
        <pc:sldMkLst>
          <pc:docMk/>
          <pc:sldMk cId="0" sldId="257"/>
        </pc:sldMkLst>
        <pc:spChg chg="del">
          <ac:chgData name="Zain Choudhry" userId="a709895ea9e7cd12" providerId="LiveId" clId="{F93E23FC-B1F1-4D93-B375-9DC7FA75A0D6}" dt="2026-03-13T16:59:29.373" v="66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 ord">
        <pc:chgData name="Zain Choudhry" userId="a709895ea9e7cd12" providerId="LiveId" clId="{F93E23FC-B1F1-4D93-B375-9DC7FA75A0D6}" dt="2026-03-13T17:03:58.066" v="78" actId="1076"/>
        <pc:sldMkLst>
          <pc:docMk/>
          <pc:sldMk cId="0" sldId="258"/>
        </pc:sldMkLst>
        <pc:spChg chg="mod">
          <ac:chgData name="Zain Choudhry" userId="a709895ea9e7cd12" providerId="LiveId" clId="{F93E23FC-B1F1-4D93-B375-9DC7FA75A0D6}" dt="2026-03-13T17:03:55.257" v="77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Zain Choudhry" userId="a709895ea9e7cd12" providerId="LiveId" clId="{F93E23FC-B1F1-4D93-B375-9DC7FA75A0D6}" dt="2026-03-13T17:03:39.097" v="74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Zain Choudhry" userId="a709895ea9e7cd12" providerId="LiveId" clId="{F93E23FC-B1F1-4D93-B375-9DC7FA75A0D6}" dt="2026-03-13T17:03:35.268" v="73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8.066" v="7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27.888" v="71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03:51.459" v="76" actId="1076"/>
          <ac:spMkLst>
            <pc:docMk/>
            <pc:sldMk cId="0" sldId="258"/>
            <ac:spMk id="18" creationId="{00000000-0000-0000-0000-000000000000}"/>
          </ac:spMkLst>
        </pc:spChg>
        <pc:spChg chg="del">
          <ac:chgData name="Zain Choudhry" userId="a709895ea9e7cd12" providerId="LiveId" clId="{F93E23FC-B1F1-4D93-B375-9DC7FA75A0D6}" dt="2026-03-13T17:03:32.710" v="72" actId="478"/>
          <ac:spMkLst>
            <pc:docMk/>
            <pc:sldMk cId="0" sldId="258"/>
            <ac:spMk id="19" creationId="{00000000-0000-0000-0000-000000000000}"/>
          </ac:spMkLst>
        </pc:spChg>
      </pc:sldChg>
      <pc:sldChg chg="ord">
        <pc:chgData name="Zain Choudhry" userId="a709895ea9e7cd12" providerId="LiveId" clId="{F93E23FC-B1F1-4D93-B375-9DC7FA75A0D6}" dt="2026-03-13T17:11:01.765" v="84"/>
        <pc:sldMkLst>
          <pc:docMk/>
          <pc:sldMk cId="0" sldId="259"/>
        </pc:sldMkLst>
      </pc:sldChg>
      <pc:sldChg chg="modSp mod">
        <pc:chgData name="Zain Choudhry" userId="a709895ea9e7cd12" providerId="LiveId" clId="{F93E23FC-B1F1-4D93-B375-9DC7FA75A0D6}" dt="2026-03-13T17:26:21.843" v="130" actId="20577"/>
        <pc:sldMkLst>
          <pc:docMk/>
          <pc:sldMk cId="0" sldId="260"/>
        </pc:sldMkLst>
        <pc:spChg chg="mod">
          <ac:chgData name="Zain Choudhry" userId="a709895ea9e7cd12" providerId="LiveId" clId="{F93E23FC-B1F1-4D93-B375-9DC7FA75A0D6}" dt="2026-03-13T17:23:16.700" v="118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26:21.843" v="130" actId="20577"/>
          <ac:spMkLst>
            <pc:docMk/>
            <pc:sldMk cId="0" sldId="260"/>
            <ac:spMk id="15" creationId="{00000000-0000-0000-0000-000000000000}"/>
          </ac:spMkLst>
        </pc:spChg>
      </pc:sldChg>
      <pc:sldChg chg="addSp modSp mod">
        <pc:chgData name="Zain Choudhry" userId="a709895ea9e7cd12" providerId="LiveId" clId="{F93E23FC-B1F1-4D93-B375-9DC7FA75A0D6}" dt="2026-03-13T17:38:41.346" v="341" actId="1076"/>
        <pc:sldMkLst>
          <pc:docMk/>
          <pc:sldMk cId="0" sldId="267"/>
        </pc:sldMkLst>
        <pc:spChg chg="mod">
          <ac:chgData name="Zain Choudhry" userId="a709895ea9e7cd12" providerId="LiveId" clId="{F93E23FC-B1F1-4D93-B375-9DC7FA75A0D6}" dt="2026-03-13T17:38:34.675" v="339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38:11.516" v="33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38:32.879" v="338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38:29.848" v="337" actId="20577"/>
          <ac:spMkLst>
            <pc:docMk/>
            <pc:sldMk cId="0" sldId="267"/>
            <ac:spMk id="20" creationId="{00000000-0000-0000-0000-000000000000}"/>
          </ac:spMkLst>
        </pc:spChg>
        <pc:picChg chg="add mod">
          <ac:chgData name="Zain Choudhry" userId="a709895ea9e7cd12" providerId="LiveId" clId="{F93E23FC-B1F1-4D93-B375-9DC7FA75A0D6}" dt="2026-03-13T17:38:41.346" v="341" actId="1076"/>
          <ac:picMkLst>
            <pc:docMk/>
            <pc:sldMk cId="0" sldId="267"/>
            <ac:picMk id="1026" creationId="{54AD63D8-A219-2597-7F31-3B7450E591F0}"/>
          </ac:picMkLst>
        </pc:picChg>
      </pc:sldChg>
      <pc:sldChg chg="modSp mod ord">
        <pc:chgData name="Zain Choudhry" userId="a709895ea9e7cd12" providerId="LiveId" clId="{F93E23FC-B1F1-4D93-B375-9DC7FA75A0D6}" dt="2026-03-13T17:34:06.433" v="330" actId="20577"/>
        <pc:sldMkLst>
          <pc:docMk/>
          <pc:sldMk cId="0" sldId="268"/>
        </pc:sldMkLst>
        <pc:spChg chg="mod">
          <ac:chgData name="Zain Choudhry" userId="a709895ea9e7cd12" providerId="LiveId" clId="{F93E23FC-B1F1-4D93-B375-9DC7FA75A0D6}" dt="2026-03-13T17:31:03.066" v="249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31:09.228" v="259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7:34:06.433" v="330" actId="20577"/>
          <ac:spMkLst>
            <pc:docMk/>
            <pc:sldMk cId="0" sldId="268"/>
            <ac:spMk id="19" creationId="{00000000-0000-0000-0000-000000000000}"/>
          </ac:spMkLst>
        </pc:spChg>
      </pc:sldChg>
      <pc:sldChg chg="del ord">
        <pc:chgData name="Zain Choudhry" userId="a709895ea9e7cd12" providerId="LiveId" clId="{F93E23FC-B1F1-4D93-B375-9DC7FA75A0D6}" dt="2026-03-13T17:36:06.237" v="331" actId="4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0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C4A-DDA0-F463-6CA6-E3A66FB8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A6FF-EA3A-8E1E-ADC8-DDD1C8CBA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3911D-E992-8791-C305-95EC5893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0CFD-5AC9-0A8A-49C7-4FE535C1A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Consistent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 and Marek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0021" y="4206240"/>
            <a:ext cx="1371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109728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223760" y="731520"/>
            <a:ext cx="731520" cy="7315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82296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128016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914400" cy="10972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2651760"/>
            <a:ext cx="1097280" cy="8229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73152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73152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9401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7662" y="341925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79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8" name="Text 6"/>
          <p:cNvSpPr/>
          <p:nvPr/>
        </p:nvSpPr>
        <p:spPr>
          <a:xfrm>
            <a:off x="4389120" y="109727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594359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999231"/>
            <a:ext cx="731520" cy="73152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20040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3776471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999231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57784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776471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931920" y="1828799"/>
            <a:ext cx="822960" cy="1444751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54880" y="1828799"/>
            <a:ext cx="822960" cy="1444752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931920" y="3273551"/>
            <a:ext cx="16459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choose which property to sacrifice based on your application needs.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 Tradeoffs in Practice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Partition Tolerance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Availability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network partitions occur, system may reject writes to maintain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MongoDB, HBase, Redis 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Partition Tolerance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stays available, but reads may return stale data temporarily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Cassandra, DynamoDB, CouchDB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Availability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Partition Tolerance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works when network is reliable (single node or LAN)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RDBMS (single node PostgreSQL, MySQL)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4C3B4D-7FCD-D79E-0E21-CCE07318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systems like Amazon: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unavailable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go down from network issues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a billion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common when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TRILLIONS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happen constantly at scale.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design for them upfront.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10A37C-402F-0C3C-5A68-BD9C7D4E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Consistency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update completes, any subsequent read by any process returns the updated value. Everyone sees the same data immediately.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guarantee subsequent reads return the updated value. Certain conditions must be met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9144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 Focus)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All replicas will eventually converge to the same value, provided no new updates are made. Prioritizes high availability and low latency over immediate, absolute data accuracy, allowing for temporary, short-lived inconsistencies across nodes.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E3694E-F7D3-C99F-1312-5ABF8573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"Eventual Consistency"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"consistency later" actually mean?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“Green Jacket"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200400" cy="274320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Inconsistency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7843" y="22974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might not see the jacket yet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syncing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1031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Everyone sees “Green Jacket"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19" name="Text 17"/>
          <p:cNvSpPr/>
          <p:nvPr/>
        </p:nvSpPr>
        <p:spPr>
          <a:xfrm>
            <a:off x="359764" y="391055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 to cart button never fails, the data eventually becomes consistent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2517" y="2331720"/>
            <a:ext cx="1726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Consistent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 Consistency Variations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Consistency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Process A tells Process B about an update, B will see that update. Causally-related operations appear in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Read-Your-Writes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always sees its own updates. You won't write something and then read an old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924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session, read-your-writes is guaranteed. New sessions start fresh.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52344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663440" y="2752344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4632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Reads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3924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you've seen a value, you'll never see an older value in subsequent reads.</a:t>
            </a:r>
            <a:endParaRPr lang="en-US" sz="12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BD96961F-D36A-7E29-EC46-0E4142352CFA}"/>
              </a:ext>
            </a:extLst>
          </p:cNvPr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pPr algn="ctr"/>
            <a:r>
              <a:rPr lang="en-US" sz="12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practical: Monotonic Reads + Read-Your-Writes – simplifies application development while allowing high availability.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World: Amazon's Shopping Cart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Amazon chose eventual consistency (AP) over strong consistency (CP)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 items to cart.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 stay in sync.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(synced everywhere)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Network Partition!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can't talk to each other.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system: REJECT the add.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system: ACCEPT it anyway!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(saved locally, will sync later)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Network Heals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reconnect.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 MERGES the carts.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lost!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items preserved)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Choice: AP (Availability)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customer should ALWAYS be able to add to cart, even if we show slightly stale data."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0060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CP (Consistency)?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"Add to Cart" during network issues = lost sales = very bad for business.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Amazon Dynamo: configurable consistency that prioritizes availability for customer-facing systems.</a:t>
            </a:r>
            <a:endParaRPr lang="en-US" sz="1100" dirty="0"/>
          </a:p>
        </p:txBody>
      </p:sp>
      <p:pic>
        <p:nvPicPr>
          <p:cNvPr id="1026" name="Picture 2" descr="Green shopping cart icon - Free green cart icons">
            <a:extLst>
              <a:ext uri="{FF2B5EF4-FFF2-40B4-BE49-F238E27FC236}">
                <a16:creationId xmlns:a16="http://schemas.microsoft.com/office/drawing/2014/main" id="{54AD63D8-A219-2597-7F31-3B7450E5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327" y="2646607"/>
            <a:ext cx="376065" cy="37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rare events become common — design for failure upfront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Theorem: Pick 2 of Consistency, Availability, Partition Tolerance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enables high availability in distributed systems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consistency model based on application requirements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16EDB3-D677-D264-1AC6-3B4D4271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8DACC-A4DA-371E-CB78-427280D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2EF256-B233-A919-AE5D-40375A60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2000" y="0"/>
            <a:ext cx="5811061" cy="514350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EDAD93C9-1823-9621-0B8E-680A9884EB23}"/>
              </a:ext>
            </a:extLst>
          </p:cNvPr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AE97A9-02A2-73DE-9BDB-76BEBCF1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9061" y="0"/>
            <a:ext cx="5811061" cy="514350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F4393EA1-4299-4242-12AC-C5D542FA4B13}"/>
              </a:ext>
            </a:extLst>
          </p:cNvPr>
          <p:cNvSpPr/>
          <p:nvPr/>
        </p:nvSpPr>
        <p:spPr>
          <a:xfrm>
            <a:off x="290901" y="1998345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>
            <a:scene3d>
              <a:camera prst="isometricOffAxis2Lef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6000" b="1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294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641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Eventually Consistent</dc:title>
  <dc:subject>PptxGenJS Presentation</dc:subject>
  <dc:creator>Zain and Marek</dc:creator>
  <cp:lastModifiedBy>Zain Choudhry</cp:lastModifiedBy>
  <cp:revision>4</cp:revision>
  <dcterms:created xsi:type="dcterms:W3CDTF">2026-03-13T03:54:04Z</dcterms:created>
  <dcterms:modified xsi:type="dcterms:W3CDTF">2026-03-13T17:38:42Z</dcterms:modified>
</cp:coreProperties>
</file>