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6" r:id="rId4"/>
    <p:sldMasterId id="2147484046" r:id="rId5"/>
    <p:sldMasterId id="2147484063" r:id="rId6"/>
  </p:sldMasterIdLst>
  <p:notesMasterIdLst>
    <p:notesMasterId r:id="rId50"/>
  </p:notesMasterIdLst>
  <p:handoutMasterIdLst>
    <p:handoutMasterId r:id="rId51"/>
  </p:handoutMasterIdLst>
  <p:sldIdLst>
    <p:sldId id="374" r:id="rId7"/>
    <p:sldId id="415" r:id="rId8"/>
    <p:sldId id="431" r:id="rId9"/>
    <p:sldId id="416" r:id="rId10"/>
    <p:sldId id="417" r:id="rId11"/>
    <p:sldId id="375" r:id="rId12"/>
    <p:sldId id="418" r:id="rId13"/>
    <p:sldId id="429" r:id="rId14"/>
    <p:sldId id="380" r:id="rId15"/>
    <p:sldId id="381" r:id="rId16"/>
    <p:sldId id="382" r:id="rId17"/>
    <p:sldId id="423" r:id="rId18"/>
    <p:sldId id="383" r:id="rId19"/>
    <p:sldId id="384" r:id="rId20"/>
    <p:sldId id="385" r:id="rId21"/>
    <p:sldId id="386" r:id="rId22"/>
    <p:sldId id="387" r:id="rId23"/>
    <p:sldId id="430" r:id="rId24"/>
    <p:sldId id="390" r:id="rId25"/>
    <p:sldId id="391" r:id="rId26"/>
    <p:sldId id="424" r:id="rId27"/>
    <p:sldId id="393" r:id="rId28"/>
    <p:sldId id="394" r:id="rId29"/>
    <p:sldId id="396" r:id="rId30"/>
    <p:sldId id="397" r:id="rId31"/>
    <p:sldId id="421" r:id="rId32"/>
    <p:sldId id="419" r:id="rId33"/>
    <p:sldId id="420" r:id="rId34"/>
    <p:sldId id="400" r:id="rId35"/>
    <p:sldId id="425" r:id="rId36"/>
    <p:sldId id="402" r:id="rId37"/>
    <p:sldId id="403" r:id="rId38"/>
    <p:sldId id="404" r:id="rId39"/>
    <p:sldId id="406" r:id="rId40"/>
    <p:sldId id="407" r:id="rId41"/>
    <p:sldId id="426" r:id="rId42"/>
    <p:sldId id="408" r:id="rId43"/>
    <p:sldId id="409" r:id="rId44"/>
    <p:sldId id="410" r:id="rId45"/>
    <p:sldId id="411" r:id="rId46"/>
    <p:sldId id="427" r:id="rId47"/>
    <p:sldId id="414" r:id="rId48"/>
    <p:sldId id="428" r:id="rId49"/>
  </p:sldIdLst>
  <p:sldSz cx="9144000" cy="6858000" type="letter"/>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CC"/>
    <a:srgbClr val="0033CC"/>
    <a:srgbClr val="CC0000"/>
    <a:srgbClr val="002F8E"/>
    <a:srgbClr val="003399"/>
    <a:srgbClr val="000099"/>
    <a:srgbClr val="E20000"/>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17" autoAdjust="0"/>
    <p:restoredTop sz="85470" autoAdjust="0"/>
  </p:normalViewPr>
  <p:slideViewPr>
    <p:cSldViewPr>
      <p:cViewPr varScale="1">
        <p:scale>
          <a:sx n="63" d="100"/>
          <a:sy n="63" d="100"/>
        </p:scale>
        <p:origin x="600" y="64"/>
      </p:cViewPr>
      <p:guideLst>
        <p:guide orient="horz" pos="2160"/>
        <p:guide pos="2880"/>
      </p:guideLst>
    </p:cSldViewPr>
  </p:slideViewPr>
  <p:outlineViewPr>
    <p:cViewPr>
      <p:scale>
        <a:sx n="33" d="100"/>
        <a:sy n="33" d="100"/>
      </p:scale>
      <p:origin x="0" y="5268"/>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59" d="100"/>
          <a:sy n="59" d="100"/>
        </p:scale>
        <p:origin x="-249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microsoft.com/office/2016/11/relationships/changesInfo" Target="changesInfos/changesInfo1.xml"/><Relationship Id="rId8" Type="http://schemas.openxmlformats.org/officeDocument/2006/relationships/slide" Target="slides/slide2.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n Choudhry" userId="a709895ea9e7cd12" providerId="LiveId" clId="{31F9A5A0-8FB1-42B5-AD0F-3E7690575AB9}"/>
    <pc:docChg chg="modSld">
      <pc:chgData name="Zain Choudhry" userId="a709895ea9e7cd12" providerId="LiveId" clId="{31F9A5A0-8FB1-42B5-AD0F-3E7690575AB9}" dt="2026-01-09T01:48:54.380" v="0" actId="20577"/>
      <pc:docMkLst>
        <pc:docMk/>
      </pc:docMkLst>
      <pc:sldChg chg="modSp mod">
        <pc:chgData name="Zain Choudhry" userId="a709895ea9e7cd12" providerId="LiveId" clId="{31F9A5A0-8FB1-42B5-AD0F-3E7690575AB9}" dt="2026-01-09T01:48:54.380" v="0" actId="20577"/>
        <pc:sldMkLst>
          <pc:docMk/>
          <pc:sldMk cId="3981837816" sldId="431"/>
        </pc:sldMkLst>
        <pc:spChg chg="mod">
          <ac:chgData name="Zain Choudhry" userId="a709895ea9e7cd12" providerId="LiveId" clId="{31F9A5A0-8FB1-42B5-AD0F-3E7690575AB9}" dt="2026-01-09T01:48:54.380" v="0" actId="20577"/>
          <ac:spMkLst>
            <pc:docMk/>
            <pc:sldMk cId="3981837816" sldId="431"/>
            <ac:spMk id="3" creationId="{B861E27D-9EDA-CDF0-BCBF-7CBD1039AB8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66C5CF-192F-416A-9780-91ECCA959DFF}"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en-US"/>
        </a:p>
      </dgm:t>
    </dgm:pt>
    <dgm:pt modelId="{1003C666-3DD1-4EF4-ACE4-2606B5386C9D}">
      <dgm:prSet phldrT="[Text]"/>
      <dgm:spPr/>
      <dgm:t>
        <a:bodyPr/>
        <a:lstStyle/>
        <a:p>
          <a:r>
            <a:rPr lang="en-US" dirty="0"/>
            <a:t>Goods</a:t>
          </a:r>
        </a:p>
      </dgm:t>
    </dgm:pt>
    <dgm:pt modelId="{369D9E5E-C059-456F-9A22-6D3902EF6D6E}" type="parTrans" cxnId="{6C59A3D5-141C-4F3C-9680-6E1AD44D9385}">
      <dgm:prSet/>
      <dgm:spPr/>
      <dgm:t>
        <a:bodyPr/>
        <a:lstStyle/>
        <a:p>
          <a:endParaRPr lang="en-US"/>
        </a:p>
      </dgm:t>
    </dgm:pt>
    <dgm:pt modelId="{FC59F789-9D8D-490D-BD2D-DCE66484D17B}" type="sibTrans" cxnId="{6C59A3D5-141C-4F3C-9680-6E1AD44D9385}">
      <dgm:prSet/>
      <dgm:spPr/>
      <dgm:t>
        <a:bodyPr/>
        <a:lstStyle/>
        <a:p>
          <a:endParaRPr lang="en-US"/>
        </a:p>
      </dgm:t>
    </dgm:pt>
    <dgm:pt modelId="{08BEA1D3-FB98-40BD-8787-351F7D668D58}">
      <dgm:prSet phldrT="[Text]"/>
      <dgm:spPr/>
      <dgm:t>
        <a:bodyPr/>
        <a:lstStyle/>
        <a:p>
          <a:r>
            <a:rPr lang="en-US" dirty="0"/>
            <a:t>Services</a:t>
          </a:r>
        </a:p>
      </dgm:t>
    </dgm:pt>
    <dgm:pt modelId="{EA00AEEE-508E-44ED-8CDE-8A1221513446}" type="parTrans" cxnId="{6268E8ED-8D4E-4D29-8AE0-4567FE8CFC8A}">
      <dgm:prSet/>
      <dgm:spPr/>
      <dgm:t>
        <a:bodyPr/>
        <a:lstStyle/>
        <a:p>
          <a:endParaRPr lang="en-US"/>
        </a:p>
      </dgm:t>
    </dgm:pt>
    <dgm:pt modelId="{5653E658-5350-4E3A-896C-2BC8885733AC}" type="sibTrans" cxnId="{6268E8ED-8D4E-4D29-8AE0-4567FE8CFC8A}">
      <dgm:prSet/>
      <dgm:spPr/>
      <dgm:t>
        <a:bodyPr/>
        <a:lstStyle/>
        <a:p>
          <a:endParaRPr lang="en-US"/>
        </a:p>
      </dgm:t>
    </dgm:pt>
    <dgm:pt modelId="{57B1B5D4-23F5-49DF-A953-8733C7B9E783}">
      <dgm:prSet phldrT="[Text]"/>
      <dgm:spPr/>
      <dgm:t>
        <a:bodyPr/>
        <a:lstStyle/>
        <a:p>
          <a:r>
            <a:rPr lang="en-US" dirty="0"/>
            <a:t>Ideas</a:t>
          </a:r>
        </a:p>
      </dgm:t>
    </dgm:pt>
    <dgm:pt modelId="{5E80EA83-2B51-4B73-BBA6-422C6ED97B1D}" type="parTrans" cxnId="{82771412-DB66-4FF9-A7AB-4291A7086E9F}">
      <dgm:prSet/>
      <dgm:spPr/>
      <dgm:t>
        <a:bodyPr/>
        <a:lstStyle/>
        <a:p>
          <a:endParaRPr lang="en-US"/>
        </a:p>
      </dgm:t>
    </dgm:pt>
    <dgm:pt modelId="{84F8C161-7FAB-4BFA-B8B8-83E9D6B9ADFF}" type="sibTrans" cxnId="{82771412-DB66-4FF9-A7AB-4291A7086E9F}">
      <dgm:prSet/>
      <dgm:spPr/>
      <dgm:t>
        <a:bodyPr/>
        <a:lstStyle/>
        <a:p>
          <a:endParaRPr lang="en-US"/>
        </a:p>
      </dgm:t>
    </dgm:pt>
    <dgm:pt modelId="{499295FD-9D87-4168-88EE-9C4F224B2CA1}" type="pres">
      <dgm:prSet presAssocID="{7066C5CF-192F-416A-9780-91ECCA959DFF}" presName="Name0" presStyleCnt="0">
        <dgm:presLayoutVars>
          <dgm:chMax val="7"/>
          <dgm:chPref val="7"/>
          <dgm:dir/>
        </dgm:presLayoutVars>
      </dgm:prSet>
      <dgm:spPr/>
    </dgm:pt>
    <dgm:pt modelId="{06DF86FE-8A6F-4329-A68F-23B46C49949D}" type="pres">
      <dgm:prSet presAssocID="{7066C5CF-192F-416A-9780-91ECCA959DFF}" presName="Name1" presStyleCnt="0"/>
      <dgm:spPr/>
    </dgm:pt>
    <dgm:pt modelId="{158C2DA8-5C44-408E-AECB-6DDEFC220BC7}" type="pres">
      <dgm:prSet presAssocID="{7066C5CF-192F-416A-9780-91ECCA959DFF}" presName="cycle" presStyleCnt="0"/>
      <dgm:spPr/>
    </dgm:pt>
    <dgm:pt modelId="{3F90552B-A7F3-44BE-B333-7D4FD91E93BD}" type="pres">
      <dgm:prSet presAssocID="{7066C5CF-192F-416A-9780-91ECCA959DFF}" presName="srcNode" presStyleLbl="node1" presStyleIdx="0" presStyleCnt="3"/>
      <dgm:spPr/>
    </dgm:pt>
    <dgm:pt modelId="{8715EE64-5ECB-4FB4-BB94-2A0890165803}" type="pres">
      <dgm:prSet presAssocID="{7066C5CF-192F-416A-9780-91ECCA959DFF}" presName="conn" presStyleLbl="parChTrans1D2" presStyleIdx="0" presStyleCnt="1"/>
      <dgm:spPr/>
    </dgm:pt>
    <dgm:pt modelId="{40F3DEA8-6471-4DCC-A96F-5B07DA5FB183}" type="pres">
      <dgm:prSet presAssocID="{7066C5CF-192F-416A-9780-91ECCA959DFF}" presName="extraNode" presStyleLbl="node1" presStyleIdx="0" presStyleCnt="3"/>
      <dgm:spPr/>
    </dgm:pt>
    <dgm:pt modelId="{4A0C7036-92BC-44F1-9F24-0BD1119EAB68}" type="pres">
      <dgm:prSet presAssocID="{7066C5CF-192F-416A-9780-91ECCA959DFF}" presName="dstNode" presStyleLbl="node1" presStyleIdx="0" presStyleCnt="3"/>
      <dgm:spPr/>
    </dgm:pt>
    <dgm:pt modelId="{F9E7C995-23F2-4900-990B-DEB2BA0A0B05}" type="pres">
      <dgm:prSet presAssocID="{1003C666-3DD1-4EF4-ACE4-2606B5386C9D}" presName="text_1" presStyleLbl="node1" presStyleIdx="0" presStyleCnt="3">
        <dgm:presLayoutVars>
          <dgm:bulletEnabled val="1"/>
        </dgm:presLayoutVars>
      </dgm:prSet>
      <dgm:spPr/>
    </dgm:pt>
    <dgm:pt modelId="{9F509BC7-45AE-4B7D-92A6-6AAC418A0AF4}" type="pres">
      <dgm:prSet presAssocID="{1003C666-3DD1-4EF4-ACE4-2606B5386C9D}" presName="accent_1" presStyleCnt="0"/>
      <dgm:spPr/>
    </dgm:pt>
    <dgm:pt modelId="{6A49900C-C142-4DD6-9526-FBD1FECE5777}" type="pres">
      <dgm:prSet presAssocID="{1003C666-3DD1-4EF4-ACE4-2606B5386C9D}" presName="accentRepeatNode" presStyleLbl="solidFgAcc1" presStyleIdx="0" presStyleCnt="3"/>
      <dgm:spPr/>
    </dgm:pt>
    <dgm:pt modelId="{A2C81A4C-C3A0-40CF-BD19-0E93346EB94E}" type="pres">
      <dgm:prSet presAssocID="{08BEA1D3-FB98-40BD-8787-351F7D668D58}" presName="text_2" presStyleLbl="node1" presStyleIdx="1" presStyleCnt="3">
        <dgm:presLayoutVars>
          <dgm:bulletEnabled val="1"/>
        </dgm:presLayoutVars>
      </dgm:prSet>
      <dgm:spPr/>
    </dgm:pt>
    <dgm:pt modelId="{FC3EA47F-EC22-4857-9D34-383486EC9C5B}" type="pres">
      <dgm:prSet presAssocID="{08BEA1D3-FB98-40BD-8787-351F7D668D58}" presName="accent_2" presStyleCnt="0"/>
      <dgm:spPr/>
    </dgm:pt>
    <dgm:pt modelId="{EBE25D64-4500-473B-9CC4-786E95D09973}" type="pres">
      <dgm:prSet presAssocID="{08BEA1D3-FB98-40BD-8787-351F7D668D58}" presName="accentRepeatNode" presStyleLbl="solidFgAcc1" presStyleIdx="1" presStyleCnt="3"/>
      <dgm:spPr/>
    </dgm:pt>
    <dgm:pt modelId="{5CB8C6D3-B1BA-49E0-A13B-8CB821B632B8}" type="pres">
      <dgm:prSet presAssocID="{57B1B5D4-23F5-49DF-A953-8733C7B9E783}" presName="text_3" presStyleLbl="node1" presStyleIdx="2" presStyleCnt="3">
        <dgm:presLayoutVars>
          <dgm:bulletEnabled val="1"/>
        </dgm:presLayoutVars>
      </dgm:prSet>
      <dgm:spPr/>
    </dgm:pt>
    <dgm:pt modelId="{1AE85346-E462-4668-9D9F-6B72F4C1F264}" type="pres">
      <dgm:prSet presAssocID="{57B1B5D4-23F5-49DF-A953-8733C7B9E783}" presName="accent_3" presStyleCnt="0"/>
      <dgm:spPr/>
    </dgm:pt>
    <dgm:pt modelId="{23F9CE6E-1CA6-4068-9164-95A250A916FE}" type="pres">
      <dgm:prSet presAssocID="{57B1B5D4-23F5-49DF-A953-8733C7B9E783}" presName="accentRepeatNode" presStyleLbl="solidFgAcc1" presStyleIdx="2" presStyleCnt="3"/>
      <dgm:spPr/>
    </dgm:pt>
  </dgm:ptLst>
  <dgm:cxnLst>
    <dgm:cxn modelId="{82771412-DB66-4FF9-A7AB-4291A7086E9F}" srcId="{7066C5CF-192F-416A-9780-91ECCA959DFF}" destId="{57B1B5D4-23F5-49DF-A953-8733C7B9E783}" srcOrd="2" destOrd="0" parTransId="{5E80EA83-2B51-4B73-BBA6-422C6ED97B1D}" sibTransId="{84F8C161-7FAB-4BFA-B8B8-83E9D6B9ADFF}"/>
    <dgm:cxn modelId="{50CE1190-E4EE-4614-AC7A-E4D6B767C706}" type="presOf" srcId="{1003C666-3DD1-4EF4-ACE4-2606B5386C9D}" destId="{F9E7C995-23F2-4900-990B-DEB2BA0A0B05}" srcOrd="0" destOrd="0" presId="urn:microsoft.com/office/officeart/2008/layout/VerticalCurvedList"/>
    <dgm:cxn modelId="{DD36B295-6499-435B-9008-16B478060429}" type="presOf" srcId="{7066C5CF-192F-416A-9780-91ECCA959DFF}" destId="{499295FD-9D87-4168-88EE-9C4F224B2CA1}" srcOrd="0" destOrd="0" presId="urn:microsoft.com/office/officeart/2008/layout/VerticalCurvedList"/>
    <dgm:cxn modelId="{FFBB8498-6BE3-42C1-A9F8-D86FFA306863}" type="presOf" srcId="{57B1B5D4-23F5-49DF-A953-8733C7B9E783}" destId="{5CB8C6D3-B1BA-49E0-A13B-8CB821B632B8}" srcOrd="0" destOrd="0" presId="urn:microsoft.com/office/officeart/2008/layout/VerticalCurvedList"/>
    <dgm:cxn modelId="{4227A8A5-C2B4-4DBE-A339-D6806B415447}" type="presOf" srcId="{08BEA1D3-FB98-40BD-8787-351F7D668D58}" destId="{A2C81A4C-C3A0-40CF-BD19-0E93346EB94E}" srcOrd="0" destOrd="0" presId="urn:microsoft.com/office/officeart/2008/layout/VerticalCurvedList"/>
    <dgm:cxn modelId="{07DCB6AB-62DF-40B3-9DBF-256829E98DDC}" type="presOf" srcId="{FC59F789-9D8D-490D-BD2D-DCE66484D17B}" destId="{8715EE64-5ECB-4FB4-BB94-2A0890165803}" srcOrd="0" destOrd="0" presId="urn:microsoft.com/office/officeart/2008/layout/VerticalCurvedList"/>
    <dgm:cxn modelId="{6C59A3D5-141C-4F3C-9680-6E1AD44D9385}" srcId="{7066C5CF-192F-416A-9780-91ECCA959DFF}" destId="{1003C666-3DD1-4EF4-ACE4-2606B5386C9D}" srcOrd="0" destOrd="0" parTransId="{369D9E5E-C059-456F-9A22-6D3902EF6D6E}" sibTransId="{FC59F789-9D8D-490D-BD2D-DCE66484D17B}"/>
    <dgm:cxn modelId="{6268E8ED-8D4E-4D29-8AE0-4567FE8CFC8A}" srcId="{7066C5CF-192F-416A-9780-91ECCA959DFF}" destId="{08BEA1D3-FB98-40BD-8787-351F7D668D58}" srcOrd="1" destOrd="0" parTransId="{EA00AEEE-508E-44ED-8CDE-8A1221513446}" sibTransId="{5653E658-5350-4E3A-896C-2BC8885733AC}"/>
    <dgm:cxn modelId="{B454FE01-4D7D-4FCF-A7DE-50262A794223}" type="presParOf" srcId="{499295FD-9D87-4168-88EE-9C4F224B2CA1}" destId="{06DF86FE-8A6F-4329-A68F-23B46C49949D}" srcOrd="0" destOrd="0" presId="urn:microsoft.com/office/officeart/2008/layout/VerticalCurvedList"/>
    <dgm:cxn modelId="{E4AB0552-B92E-49A4-AA66-93AEF729B6D1}" type="presParOf" srcId="{06DF86FE-8A6F-4329-A68F-23B46C49949D}" destId="{158C2DA8-5C44-408E-AECB-6DDEFC220BC7}" srcOrd="0" destOrd="0" presId="urn:microsoft.com/office/officeart/2008/layout/VerticalCurvedList"/>
    <dgm:cxn modelId="{182A873B-49F2-4A07-A3C7-102AC0747C52}" type="presParOf" srcId="{158C2DA8-5C44-408E-AECB-6DDEFC220BC7}" destId="{3F90552B-A7F3-44BE-B333-7D4FD91E93BD}" srcOrd="0" destOrd="0" presId="urn:microsoft.com/office/officeart/2008/layout/VerticalCurvedList"/>
    <dgm:cxn modelId="{A4C660BB-6E2E-4534-BA0A-CB957109C9D8}" type="presParOf" srcId="{158C2DA8-5C44-408E-AECB-6DDEFC220BC7}" destId="{8715EE64-5ECB-4FB4-BB94-2A0890165803}" srcOrd="1" destOrd="0" presId="urn:microsoft.com/office/officeart/2008/layout/VerticalCurvedList"/>
    <dgm:cxn modelId="{4B415B71-3803-4324-B932-B39D0A6CB292}" type="presParOf" srcId="{158C2DA8-5C44-408E-AECB-6DDEFC220BC7}" destId="{40F3DEA8-6471-4DCC-A96F-5B07DA5FB183}" srcOrd="2" destOrd="0" presId="urn:microsoft.com/office/officeart/2008/layout/VerticalCurvedList"/>
    <dgm:cxn modelId="{225A2534-0BCB-4749-9A48-C45B4E64D141}" type="presParOf" srcId="{158C2DA8-5C44-408E-AECB-6DDEFC220BC7}" destId="{4A0C7036-92BC-44F1-9F24-0BD1119EAB68}" srcOrd="3" destOrd="0" presId="urn:microsoft.com/office/officeart/2008/layout/VerticalCurvedList"/>
    <dgm:cxn modelId="{F4F146B6-4EC9-49A5-889F-7090E3C719AA}" type="presParOf" srcId="{06DF86FE-8A6F-4329-A68F-23B46C49949D}" destId="{F9E7C995-23F2-4900-990B-DEB2BA0A0B05}" srcOrd="1" destOrd="0" presId="urn:microsoft.com/office/officeart/2008/layout/VerticalCurvedList"/>
    <dgm:cxn modelId="{D2D74BBA-76CD-4729-ACBB-98454E7BAFA7}" type="presParOf" srcId="{06DF86FE-8A6F-4329-A68F-23B46C49949D}" destId="{9F509BC7-45AE-4B7D-92A6-6AAC418A0AF4}" srcOrd="2" destOrd="0" presId="urn:microsoft.com/office/officeart/2008/layout/VerticalCurvedList"/>
    <dgm:cxn modelId="{D375790D-6D3A-4EF5-AE67-7AE1D7C55ECF}" type="presParOf" srcId="{9F509BC7-45AE-4B7D-92A6-6AAC418A0AF4}" destId="{6A49900C-C142-4DD6-9526-FBD1FECE5777}" srcOrd="0" destOrd="0" presId="urn:microsoft.com/office/officeart/2008/layout/VerticalCurvedList"/>
    <dgm:cxn modelId="{D534DE04-BCF4-4CDA-962D-9305C9C380AF}" type="presParOf" srcId="{06DF86FE-8A6F-4329-A68F-23B46C49949D}" destId="{A2C81A4C-C3A0-40CF-BD19-0E93346EB94E}" srcOrd="3" destOrd="0" presId="urn:microsoft.com/office/officeart/2008/layout/VerticalCurvedList"/>
    <dgm:cxn modelId="{70D952C6-FEBE-4823-8226-D26945F0DDED}" type="presParOf" srcId="{06DF86FE-8A6F-4329-A68F-23B46C49949D}" destId="{FC3EA47F-EC22-4857-9D34-383486EC9C5B}" srcOrd="4" destOrd="0" presId="urn:microsoft.com/office/officeart/2008/layout/VerticalCurvedList"/>
    <dgm:cxn modelId="{AE7882E7-5E07-47BE-8AF5-1ACF006D2231}" type="presParOf" srcId="{FC3EA47F-EC22-4857-9D34-383486EC9C5B}" destId="{EBE25D64-4500-473B-9CC4-786E95D09973}" srcOrd="0" destOrd="0" presId="urn:microsoft.com/office/officeart/2008/layout/VerticalCurvedList"/>
    <dgm:cxn modelId="{044D849C-62DA-4FC6-ABFD-FC20AB0FE4F1}" type="presParOf" srcId="{06DF86FE-8A6F-4329-A68F-23B46C49949D}" destId="{5CB8C6D3-B1BA-49E0-A13B-8CB821B632B8}" srcOrd="5" destOrd="0" presId="urn:microsoft.com/office/officeart/2008/layout/VerticalCurvedList"/>
    <dgm:cxn modelId="{B8798AE9-E961-4C0F-A283-760A8EAD4E41}" type="presParOf" srcId="{06DF86FE-8A6F-4329-A68F-23B46C49949D}" destId="{1AE85346-E462-4668-9D9F-6B72F4C1F264}" srcOrd="6" destOrd="0" presId="urn:microsoft.com/office/officeart/2008/layout/VerticalCurvedList"/>
    <dgm:cxn modelId="{132F4441-0013-44D2-A735-2CBACE077C0E}" type="presParOf" srcId="{1AE85346-E462-4668-9D9F-6B72F4C1F264}" destId="{23F9CE6E-1CA6-4068-9164-95A250A916FE}"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15EE64-5ECB-4FB4-BB94-2A0890165803}">
      <dsp:nvSpPr>
        <dsp:cNvPr id="0" name=""/>
        <dsp:cNvSpPr/>
      </dsp:nvSpPr>
      <dsp:spPr>
        <a:xfrm>
          <a:off x="-4183395" y="-641934"/>
          <a:ext cx="4984648" cy="4984648"/>
        </a:xfrm>
        <a:prstGeom prst="blockArc">
          <a:avLst>
            <a:gd name="adj1" fmla="val 18900000"/>
            <a:gd name="adj2" fmla="val 2700000"/>
            <a:gd name="adj3" fmla="val 433"/>
          </a:avLst>
        </a:prstGeom>
        <a:noFill/>
        <a:ln w="12700"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9E7C995-23F2-4900-990B-DEB2BA0A0B05}">
      <dsp:nvSpPr>
        <dsp:cNvPr id="0" name=""/>
        <dsp:cNvSpPr/>
      </dsp:nvSpPr>
      <dsp:spPr>
        <a:xfrm>
          <a:off x="515289" y="370078"/>
          <a:ext cx="4845460" cy="74015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499" tIns="96520" rIns="96520" bIns="96520" numCol="1" spcCol="1270" anchor="ctr" anchorCtr="0">
          <a:noAutofit/>
        </a:bodyPr>
        <a:lstStyle/>
        <a:p>
          <a:pPr marL="0" lvl="0" indent="0" algn="l" defTabSz="1689100">
            <a:lnSpc>
              <a:spcPct val="90000"/>
            </a:lnSpc>
            <a:spcBef>
              <a:spcPct val="0"/>
            </a:spcBef>
            <a:spcAft>
              <a:spcPct val="35000"/>
            </a:spcAft>
            <a:buNone/>
          </a:pPr>
          <a:r>
            <a:rPr lang="en-US" sz="3800" kern="1200" dirty="0"/>
            <a:t>Goods</a:t>
          </a:r>
        </a:p>
      </dsp:txBody>
      <dsp:txXfrm>
        <a:off x="515289" y="370078"/>
        <a:ext cx="4845460" cy="740156"/>
      </dsp:txXfrm>
    </dsp:sp>
    <dsp:sp modelId="{6A49900C-C142-4DD6-9526-FBD1FECE5777}">
      <dsp:nvSpPr>
        <dsp:cNvPr id="0" name=""/>
        <dsp:cNvSpPr/>
      </dsp:nvSpPr>
      <dsp:spPr>
        <a:xfrm>
          <a:off x="52691" y="277558"/>
          <a:ext cx="925195" cy="925195"/>
        </a:xfrm>
        <a:prstGeom prst="ellipse">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2C81A4C-C3A0-40CF-BD19-0E93346EB94E}">
      <dsp:nvSpPr>
        <dsp:cNvPr id="0" name=""/>
        <dsp:cNvSpPr/>
      </dsp:nvSpPr>
      <dsp:spPr>
        <a:xfrm>
          <a:off x="784335" y="1480312"/>
          <a:ext cx="4576414" cy="740156"/>
        </a:xfrm>
        <a:prstGeom prst="rect">
          <a:avLst/>
        </a:prstGeom>
        <a:solidFill>
          <a:schemeClr val="accent4">
            <a:hueOff val="-857133"/>
            <a:satOff val="7260"/>
            <a:lumOff val="-313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499" tIns="96520" rIns="96520" bIns="96520" numCol="1" spcCol="1270" anchor="ctr" anchorCtr="0">
          <a:noAutofit/>
        </a:bodyPr>
        <a:lstStyle/>
        <a:p>
          <a:pPr marL="0" lvl="0" indent="0" algn="l" defTabSz="1689100">
            <a:lnSpc>
              <a:spcPct val="90000"/>
            </a:lnSpc>
            <a:spcBef>
              <a:spcPct val="0"/>
            </a:spcBef>
            <a:spcAft>
              <a:spcPct val="35000"/>
            </a:spcAft>
            <a:buNone/>
          </a:pPr>
          <a:r>
            <a:rPr lang="en-US" sz="3800" kern="1200" dirty="0"/>
            <a:t>Services</a:t>
          </a:r>
        </a:p>
      </dsp:txBody>
      <dsp:txXfrm>
        <a:off x="784335" y="1480312"/>
        <a:ext cx="4576414" cy="740156"/>
      </dsp:txXfrm>
    </dsp:sp>
    <dsp:sp modelId="{EBE25D64-4500-473B-9CC4-786E95D09973}">
      <dsp:nvSpPr>
        <dsp:cNvPr id="0" name=""/>
        <dsp:cNvSpPr/>
      </dsp:nvSpPr>
      <dsp:spPr>
        <a:xfrm>
          <a:off x="321738" y="1387792"/>
          <a:ext cx="925195" cy="925195"/>
        </a:xfrm>
        <a:prstGeom prst="ellipse">
          <a:avLst/>
        </a:prstGeom>
        <a:solidFill>
          <a:schemeClr val="lt1">
            <a:hueOff val="0"/>
            <a:satOff val="0"/>
            <a:lumOff val="0"/>
            <a:alphaOff val="0"/>
          </a:schemeClr>
        </a:solidFill>
        <a:ln w="12700" cap="flat" cmpd="sng" algn="ctr">
          <a:solidFill>
            <a:schemeClr val="accent4">
              <a:hueOff val="-857133"/>
              <a:satOff val="7260"/>
              <a:lumOff val="-3137"/>
              <a:alphaOff val="0"/>
            </a:schemeClr>
          </a:solidFill>
          <a:prstDash val="solid"/>
        </a:ln>
        <a:effectLst/>
      </dsp:spPr>
      <dsp:style>
        <a:lnRef idx="2">
          <a:scrgbClr r="0" g="0" b="0"/>
        </a:lnRef>
        <a:fillRef idx="1">
          <a:scrgbClr r="0" g="0" b="0"/>
        </a:fillRef>
        <a:effectRef idx="0">
          <a:scrgbClr r="0" g="0" b="0"/>
        </a:effectRef>
        <a:fontRef idx="minor"/>
      </dsp:style>
    </dsp:sp>
    <dsp:sp modelId="{5CB8C6D3-B1BA-49E0-A13B-8CB821B632B8}">
      <dsp:nvSpPr>
        <dsp:cNvPr id="0" name=""/>
        <dsp:cNvSpPr/>
      </dsp:nvSpPr>
      <dsp:spPr>
        <a:xfrm>
          <a:off x="515289" y="2590546"/>
          <a:ext cx="4845460" cy="740156"/>
        </a:xfrm>
        <a:prstGeom prst="rect">
          <a:avLst/>
        </a:prstGeom>
        <a:solidFill>
          <a:schemeClr val="accent4">
            <a:hueOff val="-1714266"/>
            <a:satOff val="14520"/>
            <a:lumOff val="-627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7499" tIns="96520" rIns="96520" bIns="96520" numCol="1" spcCol="1270" anchor="ctr" anchorCtr="0">
          <a:noAutofit/>
        </a:bodyPr>
        <a:lstStyle/>
        <a:p>
          <a:pPr marL="0" lvl="0" indent="0" algn="l" defTabSz="1689100">
            <a:lnSpc>
              <a:spcPct val="90000"/>
            </a:lnSpc>
            <a:spcBef>
              <a:spcPct val="0"/>
            </a:spcBef>
            <a:spcAft>
              <a:spcPct val="35000"/>
            </a:spcAft>
            <a:buNone/>
          </a:pPr>
          <a:r>
            <a:rPr lang="en-US" sz="3800" kern="1200" dirty="0"/>
            <a:t>Ideas</a:t>
          </a:r>
        </a:p>
      </dsp:txBody>
      <dsp:txXfrm>
        <a:off x="515289" y="2590546"/>
        <a:ext cx="4845460" cy="740156"/>
      </dsp:txXfrm>
    </dsp:sp>
    <dsp:sp modelId="{23F9CE6E-1CA6-4068-9164-95A250A916FE}">
      <dsp:nvSpPr>
        <dsp:cNvPr id="0" name=""/>
        <dsp:cNvSpPr/>
      </dsp:nvSpPr>
      <dsp:spPr>
        <a:xfrm>
          <a:off x="52691" y="2498026"/>
          <a:ext cx="925195" cy="925195"/>
        </a:xfrm>
        <a:prstGeom prst="ellipse">
          <a:avLst/>
        </a:prstGeom>
        <a:solidFill>
          <a:schemeClr val="lt1">
            <a:hueOff val="0"/>
            <a:satOff val="0"/>
            <a:lumOff val="0"/>
            <a:alphaOff val="0"/>
          </a:schemeClr>
        </a:solidFill>
        <a:ln w="12700" cap="flat" cmpd="sng" algn="ctr">
          <a:solidFill>
            <a:schemeClr val="accent4">
              <a:hueOff val="-1714266"/>
              <a:satOff val="14520"/>
              <a:lumOff val="-6274"/>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9089B1-CA1A-4C09-B7E1-E3F5F152C0C9}"/>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cs typeface="+mn-cs"/>
              </a:defRPr>
            </a:lvl1pPr>
          </a:lstStyle>
          <a:p>
            <a:pPr>
              <a:defRPr/>
            </a:pPr>
            <a:endParaRPr lang="en-US" dirty="0"/>
          </a:p>
        </p:txBody>
      </p:sp>
      <p:sp>
        <p:nvSpPr>
          <p:cNvPr id="3" name="Date Placeholder 2">
            <a:extLst>
              <a:ext uri="{FF2B5EF4-FFF2-40B4-BE49-F238E27FC236}">
                <a16:creationId xmlns:a16="http://schemas.microsoft.com/office/drawing/2014/main" id="{19E7C675-C9F9-435B-9E6C-A8313AFBBCAF}"/>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cs typeface="+mn-cs"/>
              </a:defRPr>
            </a:lvl1pPr>
          </a:lstStyle>
          <a:p>
            <a:pPr>
              <a:defRPr/>
            </a:pPr>
            <a:fld id="{D57E9431-78BD-4F6C-BF41-1F731834BBA7}" type="datetimeFigureOut">
              <a:rPr lang="en-US"/>
              <a:pPr>
                <a:defRPr/>
              </a:pPr>
              <a:t>1/8/2026</a:t>
            </a:fld>
            <a:endParaRPr lang="en-US" dirty="0"/>
          </a:p>
        </p:txBody>
      </p:sp>
      <p:sp>
        <p:nvSpPr>
          <p:cNvPr id="4" name="Footer Placeholder 3">
            <a:extLst>
              <a:ext uri="{FF2B5EF4-FFF2-40B4-BE49-F238E27FC236}">
                <a16:creationId xmlns:a16="http://schemas.microsoft.com/office/drawing/2014/main" id="{E29CF88A-22EB-404A-A843-8619CC6C1498}"/>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cs typeface="+mn-cs"/>
              </a:defRPr>
            </a:lvl1pPr>
          </a:lstStyle>
          <a:p>
            <a:pPr>
              <a:defRPr/>
            </a:pPr>
            <a:endParaRPr lang="en-US" dirty="0"/>
          </a:p>
        </p:txBody>
      </p:sp>
      <p:sp>
        <p:nvSpPr>
          <p:cNvPr id="5" name="Slide Number Placeholder 4">
            <a:extLst>
              <a:ext uri="{FF2B5EF4-FFF2-40B4-BE49-F238E27FC236}">
                <a16:creationId xmlns:a16="http://schemas.microsoft.com/office/drawing/2014/main" id="{F09A5C7F-3608-49C7-BE77-668C6DA2EC16}"/>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82A14DC-2988-46C5-A3FD-66346E4C81A5}" type="slidenum">
              <a:rPr lang="en-US" altLang="en-US"/>
              <a:pPr>
                <a:defRPr/>
              </a:pPr>
              <a:t>‹#›</a:t>
            </a:fld>
            <a:endParaRPr lang="en-US" altLang="en-US" dirty="0"/>
          </a:p>
        </p:txBody>
      </p:sp>
    </p:spTree>
    <p:extLst>
      <p:ext uri="{BB962C8B-B14F-4D97-AF65-F5344CB8AC3E}">
        <p14:creationId xmlns:p14="http://schemas.microsoft.com/office/powerpoint/2010/main" val="26263424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3183C4-4410-443B-B3AA-5AF58F6805F0}"/>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dirty="0"/>
          </a:p>
        </p:txBody>
      </p:sp>
      <p:sp>
        <p:nvSpPr>
          <p:cNvPr id="3" name="Date Placeholder 2">
            <a:extLst>
              <a:ext uri="{FF2B5EF4-FFF2-40B4-BE49-F238E27FC236}">
                <a16:creationId xmlns:a16="http://schemas.microsoft.com/office/drawing/2014/main" id="{B181B0E7-51F4-48ED-A206-1A2993DD107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22A58985-6EAE-4664-9372-35DDAD6DCF38}" type="datetimeFigureOut">
              <a:rPr lang="en-US"/>
              <a:pPr>
                <a:defRPr/>
              </a:pPr>
              <a:t>1/8/2026</a:t>
            </a:fld>
            <a:endParaRPr lang="en-US" dirty="0"/>
          </a:p>
        </p:txBody>
      </p:sp>
      <p:sp>
        <p:nvSpPr>
          <p:cNvPr id="4" name="Slide Image Placeholder 3">
            <a:extLst>
              <a:ext uri="{FF2B5EF4-FFF2-40B4-BE49-F238E27FC236}">
                <a16:creationId xmlns:a16="http://schemas.microsoft.com/office/drawing/2014/main" id="{886F679B-87D9-46E5-AB7C-5B0D2EAC83BC}"/>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BFAA9FEA-1EE3-49CB-A6FD-FA4A1FDCF3AB}"/>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1AE84555-FF9C-49CD-9C4C-C7842716587A}"/>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dirty="0"/>
          </a:p>
        </p:txBody>
      </p:sp>
      <p:sp>
        <p:nvSpPr>
          <p:cNvPr id="7" name="Slide Number Placeholder 6">
            <a:extLst>
              <a:ext uri="{FF2B5EF4-FFF2-40B4-BE49-F238E27FC236}">
                <a16:creationId xmlns:a16="http://schemas.microsoft.com/office/drawing/2014/main" id="{79511933-8EE8-4878-8F35-10352C31C19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0C75BDB-99FB-4277-A002-4BBAF11E2CB0}" type="slidenum">
              <a:rPr lang="en-US" altLang="en-US"/>
              <a:pPr>
                <a:defRPr/>
              </a:pPr>
              <a:t>‹#›</a:t>
            </a:fld>
            <a:endParaRPr lang="en-US" altLang="en-US" dirty="0"/>
          </a:p>
        </p:txBody>
      </p:sp>
    </p:spTree>
    <p:extLst>
      <p:ext uri="{BB962C8B-B14F-4D97-AF65-F5344CB8AC3E}">
        <p14:creationId xmlns:p14="http://schemas.microsoft.com/office/powerpoint/2010/main" val="130138996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773B79A-DAE9-4577-AA4A-AECE743A70F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8369FC4-2535-427E-BFE3-37E86D44CD86}" type="slidenum">
              <a:rPr lang="en-US" altLang="en-US" smtClean="0"/>
              <a:pPr>
                <a:spcBef>
                  <a:spcPct val="0"/>
                </a:spcBef>
              </a:pPr>
              <a:t>1</a:t>
            </a:fld>
            <a:endParaRPr lang="en-US" altLang="en-US" dirty="0"/>
          </a:p>
        </p:txBody>
      </p:sp>
      <p:sp>
        <p:nvSpPr>
          <p:cNvPr id="12291" name="Rectangle 2">
            <a:extLst>
              <a:ext uri="{FF2B5EF4-FFF2-40B4-BE49-F238E27FC236}">
                <a16:creationId xmlns:a16="http://schemas.microsoft.com/office/drawing/2014/main" id="{45D611C1-2786-4080-91F6-5005CD726E3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2" name="Rectangle 3">
            <a:extLst>
              <a:ext uri="{FF2B5EF4-FFF2-40B4-BE49-F238E27FC236}">
                <a16:creationId xmlns:a16="http://schemas.microsoft.com/office/drawing/2014/main" id="{A53D9C2B-DBB5-4900-AB85-37FDA31DA11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CA" altLang="en-US" dirty="0"/>
          </a:p>
        </p:txBody>
      </p:sp>
    </p:spTree>
    <p:extLst>
      <p:ext uri="{BB962C8B-B14F-4D97-AF65-F5344CB8AC3E}">
        <p14:creationId xmlns:p14="http://schemas.microsoft.com/office/powerpoint/2010/main" val="38240200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A661000B-017B-42A9-9DF2-0A0E89D8A68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D2E114B-D940-4CE9-A07E-E944EA87CB6E}" type="slidenum">
              <a:rPr lang="en-US" altLang="en-US" smtClean="0"/>
              <a:pPr>
                <a:spcBef>
                  <a:spcPct val="0"/>
                </a:spcBef>
              </a:pPr>
              <a:t>2</a:t>
            </a:fld>
            <a:endParaRPr lang="en-US" altLang="en-US" dirty="0"/>
          </a:p>
        </p:txBody>
      </p:sp>
      <p:sp>
        <p:nvSpPr>
          <p:cNvPr id="14339" name="Rectangle 2">
            <a:extLst>
              <a:ext uri="{FF2B5EF4-FFF2-40B4-BE49-F238E27FC236}">
                <a16:creationId xmlns:a16="http://schemas.microsoft.com/office/drawing/2014/main" id="{E5C12CCE-77E6-4F09-9BF2-F21FB870BBA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0" name="Rectangle 3">
            <a:extLst>
              <a:ext uri="{FF2B5EF4-FFF2-40B4-BE49-F238E27FC236}">
                <a16:creationId xmlns:a16="http://schemas.microsoft.com/office/drawing/2014/main" id="{98CB7E4D-54EC-4BE4-8C4E-2573D73FE48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15900" indent="-215900" eaLnBrk="1" hangingPunct="1"/>
            <a:endParaRPr lang="en-US" altLang="en-US" dirty="0"/>
          </a:p>
          <a:p>
            <a:pPr marL="215900" indent="-215900" eaLnBrk="1" hangingPunct="1"/>
            <a:endParaRPr lang="en-US" altLang="en-US" dirty="0"/>
          </a:p>
          <a:p>
            <a:pPr marL="215900" indent="-215900" eaLnBrk="1" hangingPunct="1"/>
            <a:endParaRPr lang="en-CA" altLang="en-US" dirty="0"/>
          </a:p>
        </p:txBody>
      </p:sp>
    </p:spTree>
    <p:extLst>
      <p:ext uri="{BB962C8B-B14F-4D97-AF65-F5344CB8AC3E}">
        <p14:creationId xmlns:p14="http://schemas.microsoft.com/office/powerpoint/2010/main" val="4229627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24A71060-FD77-41C2-B4A9-AFF53B62353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F650926-6726-4B27-A724-EF1389DE32DE}" type="slidenum">
              <a:rPr lang="en-US" altLang="en-US" smtClean="0"/>
              <a:pPr>
                <a:spcBef>
                  <a:spcPct val="0"/>
                </a:spcBef>
              </a:pPr>
              <a:t>4</a:t>
            </a:fld>
            <a:endParaRPr lang="en-US" altLang="en-US" dirty="0"/>
          </a:p>
        </p:txBody>
      </p:sp>
      <p:sp>
        <p:nvSpPr>
          <p:cNvPr id="16387" name="Rectangle 2">
            <a:extLst>
              <a:ext uri="{FF2B5EF4-FFF2-40B4-BE49-F238E27FC236}">
                <a16:creationId xmlns:a16="http://schemas.microsoft.com/office/drawing/2014/main" id="{E31F0FD9-2DC5-46EC-84CC-377F90D9732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8" name="Rectangle 3">
            <a:extLst>
              <a:ext uri="{FF2B5EF4-FFF2-40B4-BE49-F238E27FC236}">
                <a16:creationId xmlns:a16="http://schemas.microsoft.com/office/drawing/2014/main" id="{ECE0C1BE-DC86-4E82-BC78-E92D470523A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buFontTx/>
              <a:buChar char="-"/>
            </a:pPr>
            <a:endParaRPr lang="en-CA" altLang="en-US" dirty="0"/>
          </a:p>
        </p:txBody>
      </p:sp>
    </p:spTree>
    <p:extLst>
      <p:ext uri="{BB962C8B-B14F-4D97-AF65-F5344CB8AC3E}">
        <p14:creationId xmlns:p14="http://schemas.microsoft.com/office/powerpoint/2010/main" val="3783926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017C93CC-694B-42B7-88B8-B5D5F35A694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3734898-541D-433B-B6D1-23A0EB611F90}" type="slidenum">
              <a:rPr lang="en-US" altLang="en-US" smtClean="0"/>
              <a:pPr>
                <a:spcBef>
                  <a:spcPct val="0"/>
                </a:spcBef>
              </a:pPr>
              <a:t>5</a:t>
            </a:fld>
            <a:endParaRPr lang="en-US" altLang="en-US" dirty="0"/>
          </a:p>
        </p:txBody>
      </p:sp>
      <p:sp>
        <p:nvSpPr>
          <p:cNvPr id="18435" name="Rectangle 2">
            <a:extLst>
              <a:ext uri="{FF2B5EF4-FFF2-40B4-BE49-F238E27FC236}">
                <a16:creationId xmlns:a16="http://schemas.microsoft.com/office/drawing/2014/main" id="{CB1F7525-986A-429F-90D2-91B4C9EFF10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8" name="Rectangle 3">
            <a:extLst>
              <a:ext uri="{FF2B5EF4-FFF2-40B4-BE49-F238E27FC236}">
                <a16:creationId xmlns:a16="http://schemas.microsoft.com/office/drawing/2014/main" id="{C761F18B-B8BA-45E4-BE6F-B1876AE4C240}"/>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defRPr/>
            </a:pPr>
            <a:endParaRPr lang="en-US" altLang="en-US" b="1" i="1" dirty="0"/>
          </a:p>
          <a:p>
            <a:pPr eaLnBrk="1" hangingPunct="1">
              <a:defRPr/>
            </a:pPr>
            <a:endParaRPr lang="en-US" altLang="en-US" b="1" i="1" dirty="0"/>
          </a:p>
        </p:txBody>
      </p:sp>
    </p:spTree>
    <p:extLst>
      <p:ext uri="{BB962C8B-B14F-4D97-AF65-F5344CB8AC3E}">
        <p14:creationId xmlns:p14="http://schemas.microsoft.com/office/powerpoint/2010/main" val="1603220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47FE41A2-2CF9-4F51-BD96-5456D3DC870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D40C7A3-1E57-4EAB-8379-47550F2F5C07}" type="slidenum">
              <a:rPr lang="en-US" altLang="en-US" smtClean="0"/>
              <a:pPr>
                <a:spcBef>
                  <a:spcPct val="0"/>
                </a:spcBef>
              </a:pPr>
              <a:t>6</a:t>
            </a:fld>
            <a:endParaRPr lang="en-US" altLang="en-US" dirty="0"/>
          </a:p>
        </p:txBody>
      </p:sp>
      <p:sp>
        <p:nvSpPr>
          <p:cNvPr id="20483" name="Rectangle 2">
            <a:extLst>
              <a:ext uri="{FF2B5EF4-FFF2-40B4-BE49-F238E27FC236}">
                <a16:creationId xmlns:a16="http://schemas.microsoft.com/office/drawing/2014/main" id="{16E64A81-670D-4B6C-A61F-12C47014AC1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4" name="Rectangle 3">
            <a:extLst>
              <a:ext uri="{FF2B5EF4-FFF2-40B4-BE49-F238E27FC236}">
                <a16:creationId xmlns:a16="http://schemas.microsoft.com/office/drawing/2014/main" id="{0FBC3FE1-D33A-43BB-BCE1-7A590FF4D8E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dirty="0"/>
              <a:t>.  </a:t>
            </a:r>
            <a:endParaRPr lang="en-US" altLang="en-US" b="1" dirty="0"/>
          </a:p>
          <a:p>
            <a:pPr eaLnBrk="1" hangingPunct="1"/>
            <a:endParaRPr lang="en-US" altLang="en-US" dirty="0"/>
          </a:p>
        </p:txBody>
      </p:sp>
    </p:spTree>
    <p:extLst>
      <p:ext uri="{BB962C8B-B14F-4D97-AF65-F5344CB8AC3E}">
        <p14:creationId xmlns:p14="http://schemas.microsoft.com/office/powerpoint/2010/main" val="236901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DB354006-8418-409B-BF6C-A725A0B4C92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r>
              <a:rPr lang="en-US" altLang="en-US" dirty="0"/>
              <a:t>As</a:t>
            </a:r>
            <a:fld id="{9E3CFF1A-7B70-4D2E-A441-555FAD9FDE46}" type="slidenum">
              <a:rPr lang="en-US" altLang="en-US" smtClean="0"/>
              <a:pPr>
                <a:spcBef>
                  <a:spcPct val="0"/>
                </a:spcBef>
              </a:pPr>
              <a:t>7</a:t>
            </a:fld>
            <a:endParaRPr lang="en-US" altLang="en-US" dirty="0"/>
          </a:p>
        </p:txBody>
      </p:sp>
      <p:sp>
        <p:nvSpPr>
          <p:cNvPr id="22531" name="Rectangle 2">
            <a:extLst>
              <a:ext uri="{FF2B5EF4-FFF2-40B4-BE49-F238E27FC236}">
                <a16:creationId xmlns:a16="http://schemas.microsoft.com/office/drawing/2014/main" id="{810E9867-BA08-4091-A145-25AC290F344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8" name="Rectangle 3">
            <a:extLst>
              <a:ext uri="{FF2B5EF4-FFF2-40B4-BE49-F238E27FC236}">
                <a16:creationId xmlns:a16="http://schemas.microsoft.com/office/drawing/2014/main" id="{9953125E-9866-48C4-A8AC-8C32D61549B8}"/>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defRPr/>
            </a:pPr>
            <a:endParaRPr lang="en-US" altLang="en-US" b="1" i="1" dirty="0">
              <a:solidFill>
                <a:srgbClr val="000000"/>
              </a:solidFill>
            </a:endParaRPr>
          </a:p>
        </p:txBody>
      </p:sp>
    </p:spTree>
    <p:extLst>
      <p:ext uri="{BB962C8B-B14F-4D97-AF65-F5344CB8AC3E}">
        <p14:creationId xmlns:p14="http://schemas.microsoft.com/office/powerpoint/2010/main" val="1365499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DB354006-8418-409B-BF6C-A725A0B4C92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r>
              <a:rPr lang="en-US" altLang="en-US" dirty="0"/>
              <a:t>As</a:t>
            </a:r>
            <a:fld id="{9E3CFF1A-7B70-4D2E-A441-555FAD9FDE46}" type="slidenum">
              <a:rPr lang="en-US" altLang="en-US" smtClean="0"/>
              <a:pPr>
                <a:spcBef>
                  <a:spcPct val="0"/>
                </a:spcBef>
              </a:pPr>
              <a:t>8</a:t>
            </a:fld>
            <a:endParaRPr lang="en-US" altLang="en-US" dirty="0"/>
          </a:p>
        </p:txBody>
      </p:sp>
      <p:sp>
        <p:nvSpPr>
          <p:cNvPr id="22531" name="Rectangle 2">
            <a:extLst>
              <a:ext uri="{FF2B5EF4-FFF2-40B4-BE49-F238E27FC236}">
                <a16:creationId xmlns:a16="http://schemas.microsoft.com/office/drawing/2014/main" id="{810E9867-BA08-4091-A145-25AC290F344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8" name="Rectangle 3">
            <a:extLst>
              <a:ext uri="{FF2B5EF4-FFF2-40B4-BE49-F238E27FC236}">
                <a16:creationId xmlns:a16="http://schemas.microsoft.com/office/drawing/2014/main" id="{9953125E-9866-48C4-A8AC-8C32D61549B8}"/>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a:buFontTx/>
              <a:buChar char="-"/>
              <a:defRPr/>
            </a:pPr>
            <a:endParaRPr lang="en-US" altLang="en-US" b="1" i="1" dirty="0">
              <a:solidFill>
                <a:srgbClr val="000000"/>
              </a:solidFill>
            </a:endParaRPr>
          </a:p>
        </p:txBody>
      </p:sp>
    </p:spTree>
    <p:extLst>
      <p:ext uri="{BB962C8B-B14F-4D97-AF65-F5344CB8AC3E}">
        <p14:creationId xmlns:p14="http://schemas.microsoft.com/office/powerpoint/2010/main" val="1254606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92763BD2-B7FF-49FC-9CA3-AE949CBC657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A676A02-59C1-436E-96B9-F9249D131F42}" type="slidenum">
              <a:rPr lang="en-US" altLang="en-US" smtClean="0"/>
              <a:pPr>
                <a:spcBef>
                  <a:spcPct val="0"/>
                </a:spcBef>
              </a:pPr>
              <a:t>9</a:t>
            </a:fld>
            <a:endParaRPr lang="en-US" altLang="en-US" dirty="0"/>
          </a:p>
        </p:txBody>
      </p:sp>
      <p:sp>
        <p:nvSpPr>
          <p:cNvPr id="24579" name="Rectangle 2">
            <a:extLst>
              <a:ext uri="{FF2B5EF4-FFF2-40B4-BE49-F238E27FC236}">
                <a16:creationId xmlns:a16="http://schemas.microsoft.com/office/drawing/2014/main" id="{9DFD6C3F-8A8E-45C9-BCDA-1B20137F1BB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8" name="Rectangle 3">
            <a:extLst>
              <a:ext uri="{FF2B5EF4-FFF2-40B4-BE49-F238E27FC236}">
                <a16:creationId xmlns:a16="http://schemas.microsoft.com/office/drawing/2014/main" id="{168DF9E2-9BFF-4643-B62E-F4B40DF8B1B5}"/>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defRPr/>
            </a:pPr>
            <a:endParaRPr lang="en-US" altLang="en-US" i="1" dirty="0"/>
          </a:p>
        </p:txBody>
      </p:sp>
    </p:spTree>
    <p:extLst>
      <p:ext uri="{BB962C8B-B14F-4D97-AF65-F5344CB8AC3E}">
        <p14:creationId xmlns:p14="http://schemas.microsoft.com/office/powerpoint/2010/main" val="39468751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446BDC5F-AB61-4BEF-B302-9BA58052B58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9CB2500-212B-4CE4-8839-27CE8E7F54E9}" type="slidenum">
              <a:rPr lang="en-US" altLang="en-US" smtClean="0"/>
              <a:pPr>
                <a:spcBef>
                  <a:spcPct val="0"/>
                </a:spcBef>
              </a:pPr>
              <a:t>10</a:t>
            </a:fld>
            <a:endParaRPr lang="en-US" altLang="en-US" dirty="0"/>
          </a:p>
        </p:txBody>
      </p:sp>
      <p:sp>
        <p:nvSpPr>
          <p:cNvPr id="26627" name="Rectangle 2">
            <a:extLst>
              <a:ext uri="{FF2B5EF4-FFF2-40B4-BE49-F238E27FC236}">
                <a16:creationId xmlns:a16="http://schemas.microsoft.com/office/drawing/2014/main" id="{097BB49F-6E56-47F7-BC51-4562D85CB10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8" name="Rectangle 3">
            <a:extLst>
              <a:ext uri="{FF2B5EF4-FFF2-40B4-BE49-F238E27FC236}">
                <a16:creationId xmlns:a16="http://schemas.microsoft.com/office/drawing/2014/main" id="{E0B9B86A-127E-468D-A3AE-1A6BCD500EB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buFontTx/>
              <a:buChar char="-"/>
            </a:pPr>
            <a:endParaRPr lang="en-US" altLang="en-US" dirty="0"/>
          </a:p>
        </p:txBody>
      </p:sp>
    </p:spTree>
    <p:extLst>
      <p:ext uri="{BB962C8B-B14F-4D97-AF65-F5344CB8AC3E}">
        <p14:creationId xmlns:p14="http://schemas.microsoft.com/office/powerpoint/2010/main" val="25861150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44FF511B-9223-45A1-97FD-20686127890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CAC8952-E668-412A-8FC7-9F61DDCF3450}" type="slidenum">
              <a:rPr lang="en-US" altLang="en-US" smtClean="0"/>
              <a:pPr>
                <a:spcBef>
                  <a:spcPct val="0"/>
                </a:spcBef>
              </a:pPr>
              <a:t>11</a:t>
            </a:fld>
            <a:endParaRPr lang="en-US" altLang="en-US" dirty="0"/>
          </a:p>
        </p:txBody>
      </p:sp>
      <p:sp>
        <p:nvSpPr>
          <p:cNvPr id="28675" name="Rectangle 2">
            <a:extLst>
              <a:ext uri="{FF2B5EF4-FFF2-40B4-BE49-F238E27FC236}">
                <a16:creationId xmlns:a16="http://schemas.microsoft.com/office/drawing/2014/main" id="{D5FC4068-125C-4E64-B356-92DDFFF498C2}"/>
              </a:ext>
            </a:extLst>
          </p:cNvPr>
          <p:cNvSpPr>
            <a:spLocks noGrp="1" noRot="1" noChangeAspect="1" noChangeArrowheads="1" noTextEdit="1"/>
          </p:cNvSpPr>
          <p:nvPr>
            <p:ph type="sldImg"/>
          </p:nvPr>
        </p:nvSpPr>
        <p:spPr bwMode="auto">
          <a:xfrm>
            <a:off x="687388" y="609600"/>
            <a:ext cx="3198812" cy="2400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C8D0A261-59EC-427A-9071-7B16272F4F44}"/>
              </a:ext>
            </a:extLst>
          </p:cNvPr>
          <p:cNvSpPr>
            <a:spLocks noGrp="1" noChangeArrowheads="1"/>
          </p:cNvSpPr>
          <p:nvPr>
            <p:ph type="body" idx="1"/>
          </p:nvPr>
        </p:nvSpPr>
        <p:spPr bwMode="auto">
          <a:xfrm>
            <a:off x="685800" y="3276600"/>
            <a:ext cx="5486400" cy="525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Tree>
    <p:extLst>
      <p:ext uri="{BB962C8B-B14F-4D97-AF65-F5344CB8AC3E}">
        <p14:creationId xmlns:p14="http://schemas.microsoft.com/office/powerpoint/2010/main" val="10136721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44FF511B-9223-45A1-97FD-20686127890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CAC8952-E668-412A-8FC7-9F61DDCF3450}" type="slidenum">
              <a:rPr lang="en-US" altLang="en-US" smtClean="0"/>
              <a:pPr>
                <a:spcBef>
                  <a:spcPct val="0"/>
                </a:spcBef>
              </a:pPr>
              <a:t>12</a:t>
            </a:fld>
            <a:endParaRPr lang="en-US" altLang="en-US" dirty="0"/>
          </a:p>
        </p:txBody>
      </p:sp>
      <p:sp>
        <p:nvSpPr>
          <p:cNvPr id="28675" name="Rectangle 2">
            <a:extLst>
              <a:ext uri="{FF2B5EF4-FFF2-40B4-BE49-F238E27FC236}">
                <a16:creationId xmlns:a16="http://schemas.microsoft.com/office/drawing/2014/main" id="{D5FC4068-125C-4E64-B356-92DDFFF498C2}"/>
              </a:ext>
            </a:extLst>
          </p:cNvPr>
          <p:cNvSpPr>
            <a:spLocks noGrp="1" noRot="1" noChangeAspect="1" noChangeArrowheads="1" noTextEdit="1"/>
          </p:cNvSpPr>
          <p:nvPr>
            <p:ph type="sldImg"/>
          </p:nvPr>
        </p:nvSpPr>
        <p:spPr bwMode="auto">
          <a:xfrm>
            <a:off x="687388" y="609600"/>
            <a:ext cx="3198812" cy="2400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C8D0A261-59EC-427A-9071-7B16272F4F44}"/>
              </a:ext>
            </a:extLst>
          </p:cNvPr>
          <p:cNvSpPr>
            <a:spLocks noGrp="1" noChangeArrowheads="1"/>
          </p:cNvSpPr>
          <p:nvPr>
            <p:ph type="body" idx="1"/>
          </p:nvPr>
        </p:nvSpPr>
        <p:spPr bwMode="auto">
          <a:xfrm>
            <a:off x="685800" y="3276600"/>
            <a:ext cx="5486400" cy="525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i="1" dirty="0"/>
          </a:p>
        </p:txBody>
      </p:sp>
    </p:spTree>
    <p:extLst>
      <p:ext uri="{BB962C8B-B14F-4D97-AF65-F5344CB8AC3E}">
        <p14:creationId xmlns:p14="http://schemas.microsoft.com/office/powerpoint/2010/main" val="30726241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04BDDCE0-BEBD-4958-ADF4-FCAA3938857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ACA9D43-F97D-4EA6-9A5F-BAFB2A22EFD2}" type="slidenum">
              <a:rPr lang="en-US" altLang="en-US" smtClean="0"/>
              <a:pPr>
                <a:spcBef>
                  <a:spcPct val="0"/>
                </a:spcBef>
              </a:pPr>
              <a:t>13</a:t>
            </a:fld>
            <a:endParaRPr lang="en-US" altLang="en-US" dirty="0"/>
          </a:p>
        </p:txBody>
      </p:sp>
      <p:sp>
        <p:nvSpPr>
          <p:cNvPr id="30723" name="Rectangle 2">
            <a:extLst>
              <a:ext uri="{FF2B5EF4-FFF2-40B4-BE49-F238E27FC236}">
                <a16:creationId xmlns:a16="http://schemas.microsoft.com/office/drawing/2014/main" id="{DB6AD812-C7D5-4F67-96C1-175CDD46188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900" name="Rectangle 3">
            <a:extLst>
              <a:ext uri="{FF2B5EF4-FFF2-40B4-BE49-F238E27FC236}">
                <a16:creationId xmlns:a16="http://schemas.microsoft.com/office/drawing/2014/main" id="{8E333BA0-52B6-419B-A6F0-19CE6750FE40}"/>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defRPr/>
            </a:pPr>
            <a:endParaRPr lang="en-US" altLang="en-US" dirty="0"/>
          </a:p>
          <a:p>
            <a:pPr eaLnBrk="1" hangingPunct="1">
              <a:defRPr/>
            </a:pPr>
            <a:endParaRPr lang="en-US" altLang="en-US" dirty="0"/>
          </a:p>
        </p:txBody>
      </p:sp>
    </p:spTree>
    <p:extLst>
      <p:ext uri="{BB962C8B-B14F-4D97-AF65-F5344CB8AC3E}">
        <p14:creationId xmlns:p14="http://schemas.microsoft.com/office/powerpoint/2010/main" val="36136145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24A94557-6EE6-4723-80C0-E245C7A74DC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27A1E13-A8AB-4F75-B71E-B6B67437D45E}" type="slidenum">
              <a:rPr lang="en-US" altLang="en-US" smtClean="0"/>
              <a:pPr>
                <a:spcBef>
                  <a:spcPct val="0"/>
                </a:spcBef>
              </a:pPr>
              <a:t>14</a:t>
            </a:fld>
            <a:endParaRPr lang="en-US" altLang="en-US" dirty="0"/>
          </a:p>
        </p:txBody>
      </p:sp>
      <p:sp>
        <p:nvSpPr>
          <p:cNvPr id="32771" name="Rectangle 2">
            <a:extLst>
              <a:ext uri="{FF2B5EF4-FFF2-40B4-BE49-F238E27FC236}">
                <a16:creationId xmlns:a16="http://schemas.microsoft.com/office/drawing/2014/main" id="{836E2190-8ABE-4190-B3B0-00AD05DE108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2" name="Rectangle 3">
            <a:extLst>
              <a:ext uri="{FF2B5EF4-FFF2-40B4-BE49-F238E27FC236}">
                <a16:creationId xmlns:a16="http://schemas.microsoft.com/office/drawing/2014/main" id="{62AD8A47-15D8-42DA-BDD7-9C911FE7D11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171450" indent="-171450" eaLnBrk="1" hangingPunct="1">
              <a:buFontTx/>
              <a:buChar char="-"/>
            </a:pPr>
            <a:endParaRPr lang="en-US" altLang="en-US" dirty="0"/>
          </a:p>
        </p:txBody>
      </p:sp>
    </p:spTree>
    <p:extLst>
      <p:ext uri="{BB962C8B-B14F-4D97-AF65-F5344CB8AC3E}">
        <p14:creationId xmlns:p14="http://schemas.microsoft.com/office/powerpoint/2010/main" val="2036958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F743ABE9-C3AC-49B4-BFD2-C22B9B4BCA0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786962D-99C1-4686-B85C-315D77087459}" type="slidenum">
              <a:rPr lang="en-US" altLang="en-US" smtClean="0"/>
              <a:pPr>
                <a:spcBef>
                  <a:spcPct val="0"/>
                </a:spcBef>
              </a:pPr>
              <a:t>15</a:t>
            </a:fld>
            <a:endParaRPr lang="en-US" altLang="en-US" dirty="0"/>
          </a:p>
        </p:txBody>
      </p:sp>
      <p:sp>
        <p:nvSpPr>
          <p:cNvPr id="34819" name="Rectangle 2">
            <a:extLst>
              <a:ext uri="{FF2B5EF4-FFF2-40B4-BE49-F238E27FC236}">
                <a16:creationId xmlns:a16="http://schemas.microsoft.com/office/drawing/2014/main" id="{598C7F56-167A-4FEC-BCD7-4BF3E03E300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8" name="Rectangle 3">
            <a:extLst>
              <a:ext uri="{FF2B5EF4-FFF2-40B4-BE49-F238E27FC236}">
                <a16:creationId xmlns:a16="http://schemas.microsoft.com/office/drawing/2014/main" id="{E2887BFC-71B9-42C8-9851-E57B146BCE16}"/>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defRPr/>
            </a:pPr>
            <a:endParaRPr lang="en-US" altLang="en-US" dirty="0"/>
          </a:p>
        </p:txBody>
      </p:sp>
    </p:spTree>
    <p:extLst>
      <p:ext uri="{BB962C8B-B14F-4D97-AF65-F5344CB8AC3E}">
        <p14:creationId xmlns:p14="http://schemas.microsoft.com/office/powerpoint/2010/main" val="37709540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0C510EAC-ED18-43F7-9FFF-89BEAD33502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C4B7E7D-E748-4A15-88C3-6487749C0C01}" type="slidenum">
              <a:rPr lang="en-US" altLang="en-US" smtClean="0"/>
              <a:pPr>
                <a:spcBef>
                  <a:spcPct val="0"/>
                </a:spcBef>
              </a:pPr>
              <a:t>16</a:t>
            </a:fld>
            <a:endParaRPr lang="en-US" altLang="en-US" dirty="0"/>
          </a:p>
        </p:txBody>
      </p:sp>
      <p:sp>
        <p:nvSpPr>
          <p:cNvPr id="36867" name="Rectangle 2">
            <a:extLst>
              <a:ext uri="{FF2B5EF4-FFF2-40B4-BE49-F238E27FC236}">
                <a16:creationId xmlns:a16="http://schemas.microsoft.com/office/drawing/2014/main" id="{90D1633A-F467-4B6F-B9C0-F57D3EDB5FB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2" name="Rectangle 3">
            <a:extLst>
              <a:ext uri="{FF2B5EF4-FFF2-40B4-BE49-F238E27FC236}">
                <a16:creationId xmlns:a16="http://schemas.microsoft.com/office/drawing/2014/main" id="{395BB2D0-63AC-4852-99D9-F12E69E51DF2}"/>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defRPr/>
            </a:pPr>
            <a:endParaRPr lang="en-US" altLang="en-US" dirty="0"/>
          </a:p>
        </p:txBody>
      </p:sp>
    </p:spTree>
    <p:extLst>
      <p:ext uri="{BB962C8B-B14F-4D97-AF65-F5344CB8AC3E}">
        <p14:creationId xmlns:p14="http://schemas.microsoft.com/office/powerpoint/2010/main" val="2771333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DBC8D820-3DB5-48E3-9A24-E5390662FF5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B4E5DF0-D548-4181-BADB-0E92BA6F3F91}" type="slidenum">
              <a:rPr lang="en-US" altLang="en-US" smtClean="0"/>
              <a:pPr>
                <a:spcBef>
                  <a:spcPct val="0"/>
                </a:spcBef>
              </a:pPr>
              <a:t>17</a:t>
            </a:fld>
            <a:endParaRPr lang="en-US" altLang="en-US" dirty="0"/>
          </a:p>
        </p:txBody>
      </p:sp>
      <p:sp>
        <p:nvSpPr>
          <p:cNvPr id="38915" name="Rectangle 2">
            <a:extLst>
              <a:ext uri="{FF2B5EF4-FFF2-40B4-BE49-F238E27FC236}">
                <a16:creationId xmlns:a16="http://schemas.microsoft.com/office/drawing/2014/main" id="{01E91217-2E47-4AB7-B864-81A93BC1CB7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6" name="Rectangle 3">
            <a:extLst>
              <a:ext uri="{FF2B5EF4-FFF2-40B4-BE49-F238E27FC236}">
                <a16:creationId xmlns:a16="http://schemas.microsoft.com/office/drawing/2014/main" id="{ECE220B0-24B1-4055-8C4C-B513C1A8F3C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dirty="0"/>
              <a:t>-</a:t>
            </a:r>
          </a:p>
        </p:txBody>
      </p:sp>
    </p:spTree>
    <p:extLst>
      <p:ext uri="{BB962C8B-B14F-4D97-AF65-F5344CB8AC3E}">
        <p14:creationId xmlns:p14="http://schemas.microsoft.com/office/powerpoint/2010/main" val="28803618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0C75BDB-99FB-4277-A002-4BBAF11E2CB0}" type="slidenum">
              <a:rPr lang="en-US" altLang="en-US" smtClean="0"/>
              <a:pPr>
                <a:defRPr/>
              </a:pPr>
              <a:t>18</a:t>
            </a:fld>
            <a:endParaRPr lang="en-US" altLang="en-US" dirty="0"/>
          </a:p>
        </p:txBody>
      </p:sp>
    </p:spTree>
    <p:extLst>
      <p:ext uri="{BB962C8B-B14F-4D97-AF65-F5344CB8AC3E}">
        <p14:creationId xmlns:p14="http://schemas.microsoft.com/office/powerpoint/2010/main" val="2268298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94D69BE4-AF71-45A1-9F72-B0B0E01F222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A9FD2D5-F49F-443A-8041-4AD3F25D4645}" type="slidenum">
              <a:rPr lang="en-US" altLang="en-US" smtClean="0"/>
              <a:pPr>
                <a:spcBef>
                  <a:spcPct val="0"/>
                </a:spcBef>
              </a:pPr>
              <a:t>19</a:t>
            </a:fld>
            <a:endParaRPr lang="en-US" altLang="en-US" dirty="0"/>
          </a:p>
        </p:txBody>
      </p:sp>
      <p:sp>
        <p:nvSpPr>
          <p:cNvPr id="40963" name="Rectangle 2">
            <a:extLst>
              <a:ext uri="{FF2B5EF4-FFF2-40B4-BE49-F238E27FC236}">
                <a16:creationId xmlns:a16="http://schemas.microsoft.com/office/drawing/2014/main" id="{FCF88734-CFD5-4C63-9F7C-015ABDFCE8A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8" name="Rectangle 3">
            <a:extLst>
              <a:ext uri="{FF2B5EF4-FFF2-40B4-BE49-F238E27FC236}">
                <a16:creationId xmlns:a16="http://schemas.microsoft.com/office/drawing/2014/main" id="{EFAE2998-E9E5-4226-A689-CB44E0B18EF8}"/>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defRPr/>
            </a:pPr>
            <a:endParaRPr lang="en-US" altLang="en-US" dirty="0"/>
          </a:p>
        </p:txBody>
      </p:sp>
    </p:spTree>
    <p:extLst>
      <p:ext uri="{BB962C8B-B14F-4D97-AF65-F5344CB8AC3E}">
        <p14:creationId xmlns:p14="http://schemas.microsoft.com/office/powerpoint/2010/main" val="9989030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020AF0D4-426D-4DF5-87D1-D40FFC39C21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F9BFAE-AC7A-4F08-B6F1-85D955770D22}" type="slidenum">
              <a:rPr lang="en-US" altLang="en-US" smtClean="0"/>
              <a:pPr>
                <a:spcBef>
                  <a:spcPct val="0"/>
                </a:spcBef>
              </a:pPr>
              <a:t>20</a:t>
            </a:fld>
            <a:endParaRPr lang="en-US" altLang="en-US" dirty="0"/>
          </a:p>
        </p:txBody>
      </p:sp>
      <p:sp>
        <p:nvSpPr>
          <p:cNvPr id="43011" name="Rectangle 2">
            <a:extLst>
              <a:ext uri="{FF2B5EF4-FFF2-40B4-BE49-F238E27FC236}">
                <a16:creationId xmlns:a16="http://schemas.microsoft.com/office/drawing/2014/main" id="{5E791A02-1660-49AE-ADFC-BEDED3809DD1}"/>
              </a:ext>
            </a:extLst>
          </p:cNvPr>
          <p:cNvSpPr>
            <a:spLocks noGrp="1" noRot="1" noChangeAspect="1" noChangeArrowheads="1" noTextEdit="1"/>
          </p:cNvSpPr>
          <p:nvPr>
            <p:ph type="sldImg"/>
          </p:nvPr>
        </p:nvSpPr>
        <p:spPr bwMode="auto">
          <a:xfrm>
            <a:off x="687388" y="609600"/>
            <a:ext cx="3198812" cy="2400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2" name="Rectangle 3">
            <a:extLst>
              <a:ext uri="{FF2B5EF4-FFF2-40B4-BE49-F238E27FC236}">
                <a16:creationId xmlns:a16="http://schemas.microsoft.com/office/drawing/2014/main" id="{CB3E1A8B-9C1B-4E6E-83E0-450CD486FA10}"/>
              </a:ext>
            </a:extLst>
          </p:cNvPr>
          <p:cNvSpPr>
            <a:spLocks noGrp="1" noChangeArrowheads="1"/>
          </p:cNvSpPr>
          <p:nvPr>
            <p:ph type="body" idx="1"/>
          </p:nvPr>
        </p:nvSpPr>
        <p:spPr bwMode="auto">
          <a:xfrm>
            <a:off x="685800" y="3276600"/>
            <a:ext cx="5486400" cy="525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Tree>
    <p:extLst>
      <p:ext uri="{BB962C8B-B14F-4D97-AF65-F5344CB8AC3E}">
        <p14:creationId xmlns:p14="http://schemas.microsoft.com/office/powerpoint/2010/main" val="19982329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020AF0D4-426D-4DF5-87D1-D40FFC39C21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1F9BFAE-AC7A-4F08-B6F1-85D955770D22}" type="slidenum">
              <a:rPr lang="en-US" altLang="en-US" smtClean="0"/>
              <a:pPr>
                <a:spcBef>
                  <a:spcPct val="0"/>
                </a:spcBef>
              </a:pPr>
              <a:t>21</a:t>
            </a:fld>
            <a:endParaRPr lang="en-US" altLang="en-US" dirty="0"/>
          </a:p>
        </p:txBody>
      </p:sp>
      <p:sp>
        <p:nvSpPr>
          <p:cNvPr id="43011" name="Rectangle 2">
            <a:extLst>
              <a:ext uri="{FF2B5EF4-FFF2-40B4-BE49-F238E27FC236}">
                <a16:creationId xmlns:a16="http://schemas.microsoft.com/office/drawing/2014/main" id="{5E791A02-1660-49AE-ADFC-BEDED3809DD1}"/>
              </a:ext>
            </a:extLst>
          </p:cNvPr>
          <p:cNvSpPr>
            <a:spLocks noGrp="1" noRot="1" noChangeAspect="1" noChangeArrowheads="1" noTextEdit="1"/>
          </p:cNvSpPr>
          <p:nvPr>
            <p:ph type="sldImg"/>
          </p:nvPr>
        </p:nvSpPr>
        <p:spPr bwMode="auto">
          <a:xfrm>
            <a:off x="687388" y="609600"/>
            <a:ext cx="3198812" cy="2400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2" name="Rectangle 3">
            <a:extLst>
              <a:ext uri="{FF2B5EF4-FFF2-40B4-BE49-F238E27FC236}">
                <a16:creationId xmlns:a16="http://schemas.microsoft.com/office/drawing/2014/main" id="{CB3E1A8B-9C1B-4E6E-83E0-450CD486FA10}"/>
              </a:ext>
            </a:extLst>
          </p:cNvPr>
          <p:cNvSpPr>
            <a:spLocks noGrp="1" noChangeArrowheads="1"/>
          </p:cNvSpPr>
          <p:nvPr>
            <p:ph type="body" idx="1"/>
          </p:nvPr>
        </p:nvSpPr>
        <p:spPr bwMode="auto">
          <a:xfrm>
            <a:off x="685800" y="3276600"/>
            <a:ext cx="5486400" cy="525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Tree>
    <p:extLst>
      <p:ext uri="{BB962C8B-B14F-4D97-AF65-F5344CB8AC3E}">
        <p14:creationId xmlns:p14="http://schemas.microsoft.com/office/powerpoint/2010/main" val="9271235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1BC2ABC1-D8AC-4690-A479-E110449819F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706C8CE-C390-4FA2-AF13-470EB0F3F9F6}" type="slidenum">
              <a:rPr lang="en-US" altLang="en-US" smtClean="0"/>
              <a:pPr>
                <a:spcBef>
                  <a:spcPct val="0"/>
                </a:spcBef>
              </a:pPr>
              <a:t>22</a:t>
            </a:fld>
            <a:endParaRPr lang="en-US" altLang="en-US" dirty="0"/>
          </a:p>
        </p:txBody>
      </p:sp>
      <p:sp>
        <p:nvSpPr>
          <p:cNvPr id="45059" name="Rectangle 2">
            <a:extLst>
              <a:ext uri="{FF2B5EF4-FFF2-40B4-BE49-F238E27FC236}">
                <a16:creationId xmlns:a16="http://schemas.microsoft.com/office/drawing/2014/main" id="{7E9FD8F6-D834-4FC1-8D4A-B47CCE52D9E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0" name="Rectangle 3">
            <a:extLst>
              <a:ext uri="{FF2B5EF4-FFF2-40B4-BE49-F238E27FC236}">
                <a16:creationId xmlns:a16="http://schemas.microsoft.com/office/drawing/2014/main" id="{B4739E24-81BD-4692-A42E-2C43F8BD5B8D}"/>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buFontTx/>
              <a:buChar char="-"/>
              <a:defRPr/>
            </a:pPr>
            <a:endParaRPr lang="en-US" altLang="en-US" dirty="0"/>
          </a:p>
        </p:txBody>
      </p:sp>
    </p:spTree>
    <p:extLst>
      <p:ext uri="{BB962C8B-B14F-4D97-AF65-F5344CB8AC3E}">
        <p14:creationId xmlns:p14="http://schemas.microsoft.com/office/powerpoint/2010/main" val="36938198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BB42EDF1-3FF8-4D95-9112-C86EE9FAA25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C73AD38-1749-4A93-B230-E922C8DFD34F}" type="slidenum">
              <a:rPr lang="en-US" altLang="en-US" smtClean="0"/>
              <a:pPr>
                <a:spcBef>
                  <a:spcPct val="0"/>
                </a:spcBef>
              </a:pPr>
              <a:t>23</a:t>
            </a:fld>
            <a:endParaRPr lang="en-US" altLang="en-US" dirty="0"/>
          </a:p>
        </p:txBody>
      </p:sp>
      <p:sp>
        <p:nvSpPr>
          <p:cNvPr id="49155" name="Rectangle 2">
            <a:extLst>
              <a:ext uri="{FF2B5EF4-FFF2-40B4-BE49-F238E27FC236}">
                <a16:creationId xmlns:a16="http://schemas.microsoft.com/office/drawing/2014/main" id="{7E730C1F-753A-452B-9EB5-79E49B752E8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6" name="Rectangle 3">
            <a:extLst>
              <a:ext uri="{FF2B5EF4-FFF2-40B4-BE49-F238E27FC236}">
                <a16:creationId xmlns:a16="http://schemas.microsoft.com/office/drawing/2014/main" id="{567A34D6-C19F-4D25-91B0-E938632C32B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lnSpc>
                <a:spcPct val="90000"/>
              </a:lnSpc>
              <a:buClr>
                <a:srgbClr val="000000"/>
              </a:buClr>
              <a:buFontTx/>
              <a:buChar char="-"/>
            </a:pPr>
            <a:endParaRPr lang="en-US" altLang="en-US" dirty="0"/>
          </a:p>
        </p:txBody>
      </p:sp>
    </p:spTree>
    <p:extLst>
      <p:ext uri="{BB962C8B-B14F-4D97-AF65-F5344CB8AC3E}">
        <p14:creationId xmlns:p14="http://schemas.microsoft.com/office/powerpoint/2010/main" val="2893971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943D51D7-C498-48A2-99BA-E7C4BF7FC72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7802139-330A-4FB2-8EEF-8EA1928D3EBD}" type="slidenum">
              <a:rPr lang="en-US" altLang="en-US" smtClean="0"/>
              <a:pPr>
                <a:spcBef>
                  <a:spcPct val="0"/>
                </a:spcBef>
              </a:pPr>
              <a:t>24</a:t>
            </a:fld>
            <a:endParaRPr lang="en-US" altLang="en-US" dirty="0"/>
          </a:p>
        </p:txBody>
      </p:sp>
      <p:sp>
        <p:nvSpPr>
          <p:cNvPr id="51203" name="Rectangle 2">
            <a:extLst>
              <a:ext uri="{FF2B5EF4-FFF2-40B4-BE49-F238E27FC236}">
                <a16:creationId xmlns:a16="http://schemas.microsoft.com/office/drawing/2014/main" id="{57A4E350-2D5D-4AD0-BF53-DBB0E76CADA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4" name="Rectangle 3">
            <a:extLst>
              <a:ext uri="{FF2B5EF4-FFF2-40B4-BE49-F238E27FC236}">
                <a16:creationId xmlns:a16="http://schemas.microsoft.com/office/drawing/2014/main" id="{945AA4AE-A566-41C1-81C3-E758BDBFB6FF}"/>
              </a:ext>
            </a:extLst>
          </p:cNvPr>
          <p:cNvSpPr>
            <a:spLocks noGrp="1" noChangeArrowheads="1"/>
          </p:cNvSpPr>
          <p:nvPr>
            <p:ph type="body" idx="1"/>
          </p:nvPr>
        </p:nvSpPr>
        <p:spPr bwMode="auto"/>
        <p:txBody>
          <a:bodyPr wrap="square" numCol="1" anchor="t" anchorCtr="0" compatLnSpc="1">
            <a:prstTxWarp prst="textNoShape">
              <a:avLst/>
            </a:prstTxWarp>
          </a:bodyPr>
          <a:lstStyle/>
          <a:p>
            <a:pPr>
              <a:spcBef>
                <a:spcPct val="0"/>
              </a:spcBef>
              <a:defRPr/>
            </a:pPr>
            <a:r>
              <a:rPr lang="en-US" dirty="0"/>
              <a:t>-</a:t>
            </a:r>
          </a:p>
        </p:txBody>
      </p:sp>
    </p:spTree>
    <p:extLst>
      <p:ext uri="{BB962C8B-B14F-4D97-AF65-F5344CB8AC3E}">
        <p14:creationId xmlns:p14="http://schemas.microsoft.com/office/powerpoint/2010/main" val="6544166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CF9603C7-6F01-4F10-9278-C7C315C3419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20E5947-FF88-4318-A5EF-94039BED7862}" type="slidenum">
              <a:rPr lang="en-US" altLang="en-US" smtClean="0"/>
              <a:pPr>
                <a:spcBef>
                  <a:spcPct val="0"/>
                </a:spcBef>
              </a:pPr>
              <a:t>25</a:t>
            </a:fld>
            <a:endParaRPr lang="en-US" altLang="en-US" dirty="0"/>
          </a:p>
        </p:txBody>
      </p:sp>
      <p:sp>
        <p:nvSpPr>
          <p:cNvPr id="53251" name="Rectangle 2">
            <a:extLst>
              <a:ext uri="{FF2B5EF4-FFF2-40B4-BE49-F238E27FC236}">
                <a16:creationId xmlns:a16="http://schemas.microsoft.com/office/drawing/2014/main" id="{18EE14CE-8F4B-47CC-9F9F-AFE4B0DC58C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6" name="Rectangle 3">
            <a:extLst>
              <a:ext uri="{FF2B5EF4-FFF2-40B4-BE49-F238E27FC236}">
                <a16:creationId xmlns:a16="http://schemas.microsoft.com/office/drawing/2014/main" id="{326A4EE2-2375-4FBA-B977-BD7B550FF815}"/>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defRPr/>
            </a:pPr>
            <a:endParaRPr lang="en-US" altLang="en-US" i="1" dirty="0"/>
          </a:p>
        </p:txBody>
      </p:sp>
    </p:spTree>
    <p:extLst>
      <p:ext uri="{BB962C8B-B14F-4D97-AF65-F5344CB8AC3E}">
        <p14:creationId xmlns:p14="http://schemas.microsoft.com/office/powerpoint/2010/main" val="20515012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B386031B-F90C-4827-8AEC-84758D21619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B9B0EC1-82DD-4150-B92D-EB38A414A592}" type="slidenum">
              <a:rPr lang="en-US" altLang="en-US" smtClean="0"/>
              <a:pPr>
                <a:spcBef>
                  <a:spcPct val="0"/>
                </a:spcBef>
              </a:pPr>
              <a:t>26</a:t>
            </a:fld>
            <a:endParaRPr lang="en-US" altLang="en-US" dirty="0"/>
          </a:p>
        </p:txBody>
      </p:sp>
      <p:sp>
        <p:nvSpPr>
          <p:cNvPr id="55299" name="Rectangle 2">
            <a:extLst>
              <a:ext uri="{FF2B5EF4-FFF2-40B4-BE49-F238E27FC236}">
                <a16:creationId xmlns:a16="http://schemas.microsoft.com/office/drawing/2014/main" id="{EE5376B6-729F-4A66-94F5-0E6836241B4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6" name="Rectangle 3">
            <a:extLst>
              <a:ext uri="{FF2B5EF4-FFF2-40B4-BE49-F238E27FC236}">
                <a16:creationId xmlns:a16="http://schemas.microsoft.com/office/drawing/2014/main" id="{106A1798-9737-42FC-B5FB-BE8E30358EB6}"/>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defRPr/>
            </a:pPr>
            <a:endParaRPr lang="en-US" altLang="en-US" i="1" dirty="0"/>
          </a:p>
        </p:txBody>
      </p:sp>
    </p:spTree>
    <p:extLst>
      <p:ext uri="{BB962C8B-B14F-4D97-AF65-F5344CB8AC3E}">
        <p14:creationId xmlns:p14="http://schemas.microsoft.com/office/powerpoint/2010/main" val="26010410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55D80E0A-D38B-4110-BB00-39AA329B511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CDC3785-CAD7-4C3C-B0EB-105D9CB58F40}" type="slidenum">
              <a:rPr lang="en-US" altLang="en-US" smtClean="0"/>
              <a:pPr>
                <a:spcBef>
                  <a:spcPct val="0"/>
                </a:spcBef>
              </a:pPr>
              <a:t>27</a:t>
            </a:fld>
            <a:endParaRPr lang="en-US" altLang="en-US" dirty="0"/>
          </a:p>
        </p:txBody>
      </p:sp>
      <p:sp>
        <p:nvSpPr>
          <p:cNvPr id="57347" name="Rectangle 2">
            <a:extLst>
              <a:ext uri="{FF2B5EF4-FFF2-40B4-BE49-F238E27FC236}">
                <a16:creationId xmlns:a16="http://schemas.microsoft.com/office/drawing/2014/main" id="{1A51A916-AD67-418A-BA81-513AD747A44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6" name="Rectangle 3">
            <a:extLst>
              <a:ext uri="{FF2B5EF4-FFF2-40B4-BE49-F238E27FC236}">
                <a16:creationId xmlns:a16="http://schemas.microsoft.com/office/drawing/2014/main" id="{A36C71F6-7947-40E6-BF46-8C772D3AF8F9}"/>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defRPr/>
            </a:pPr>
            <a:endParaRPr lang="en-US" altLang="en-US" i="1" dirty="0"/>
          </a:p>
        </p:txBody>
      </p:sp>
    </p:spTree>
    <p:extLst>
      <p:ext uri="{BB962C8B-B14F-4D97-AF65-F5344CB8AC3E}">
        <p14:creationId xmlns:p14="http://schemas.microsoft.com/office/powerpoint/2010/main" val="1889777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DE88B57D-EE4E-41CF-97E0-58C260580C8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85DE431-F332-449E-B54B-4C71BFC67F9D}" type="slidenum">
              <a:rPr lang="en-US" altLang="en-US" smtClean="0"/>
              <a:pPr>
                <a:spcBef>
                  <a:spcPct val="0"/>
                </a:spcBef>
              </a:pPr>
              <a:t>28</a:t>
            </a:fld>
            <a:endParaRPr lang="en-US" altLang="en-US" dirty="0"/>
          </a:p>
        </p:txBody>
      </p:sp>
      <p:sp>
        <p:nvSpPr>
          <p:cNvPr id="59395" name="Rectangle 2">
            <a:extLst>
              <a:ext uri="{FF2B5EF4-FFF2-40B4-BE49-F238E27FC236}">
                <a16:creationId xmlns:a16="http://schemas.microsoft.com/office/drawing/2014/main" id="{3BC467DC-6553-429B-B8FC-5CBA07478B4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6" name="Rectangle 3">
            <a:extLst>
              <a:ext uri="{FF2B5EF4-FFF2-40B4-BE49-F238E27FC236}">
                <a16:creationId xmlns:a16="http://schemas.microsoft.com/office/drawing/2014/main" id="{0ADF5F49-AF89-45FB-B27D-937277CBDC0D}"/>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defRPr/>
            </a:pPr>
            <a:endParaRPr lang="en-US" altLang="en-US" i="1" dirty="0"/>
          </a:p>
        </p:txBody>
      </p:sp>
    </p:spTree>
    <p:extLst>
      <p:ext uri="{BB962C8B-B14F-4D97-AF65-F5344CB8AC3E}">
        <p14:creationId xmlns:p14="http://schemas.microsoft.com/office/powerpoint/2010/main" val="13562125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BCBBC492-027A-4688-A616-6B69798E377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DBEB072-5233-4D8E-9A15-2E640218388D}" type="slidenum">
              <a:rPr lang="en-US" altLang="en-US" smtClean="0"/>
              <a:pPr>
                <a:spcBef>
                  <a:spcPct val="0"/>
                </a:spcBef>
              </a:pPr>
              <a:t>29</a:t>
            </a:fld>
            <a:endParaRPr lang="en-US" altLang="en-US" dirty="0"/>
          </a:p>
        </p:txBody>
      </p:sp>
      <p:sp>
        <p:nvSpPr>
          <p:cNvPr id="63491" name="Rectangle 2">
            <a:extLst>
              <a:ext uri="{FF2B5EF4-FFF2-40B4-BE49-F238E27FC236}">
                <a16:creationId xmlns:a16="http://schemas.microsoft.com/office/drawing/2014/main" id="{4F694DAF-6E3E-40D5-ACD7-BFFE8A22CC39}"/>
              </a:ext>
            </a:extLst>
          </p:cNvPr>
          <p:cNvSpPr>
            <a:spLocks noGrp="1" noRot="1" noChangeAspect="1" noChangeArrowheads="1" noTextEdit="1"/>
          </p:cNvSpPr>
          <p:nvPr>
            <p:ph type="sldImg"/>
          </p:nvPr>
        </p:nvSpPr>
        <p:spPr bwMode="auto">
          <a:xfrm>
            <a:off x="687388" y="609600"/>
            <a:ext cx="3198812" cy="2400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a:extLst>
              <a:ext uri="{FF2B5EF4-FFF2-40B4-BE49-F238E27FC236}">
                <a16:creationId xmlns:a16="http://schemas.microsoft.com/office/drawing/2014/main" id="{C03510D4-79C8-4974-8E5E-33421C71CFFB}"/>
              </a:ext>
            </a:extLst>
          </p:cNvPr>
          <p:cNvSpPr>
            <a:spLocks noGrp="1" noChangeArrowheads="1"/>
          </p:cNvSpPr>
          <p:nvPr>
            <p:ph type="body" idx="1"/>
          </p:nvPr>
        </p:nvSpPr>
        <p:spPr bwMode="auto">
          <a:xfrm>
            <a:off x="685800" y="3276600"/>
            <a:ext cx="5486400" cy="525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Tree>
    <p:extLst>
      <p:ext uri="{BB962C8B-B14F-4D97-AF65-F5344CB8AC3E}">
        <p14:creationId xmlns:p14="http://schemas.microsoft.com/office/powerpoint/2010/main" val="13577778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BCBBC492-027A-4688-A616-6B69798E377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DBEB072-5233-4D8E-9A15-2E640218388D}" type="slidenum">
              <a:rPr lang="en-US" altLang="en-US" smtClean="0"/>
              <a:pPr>
                <a:spcBef>
                  <a:spcPct val="0"/>
                </a:spcBef>
              </a:pPr>
              <a:t>30</a:t>
            </a:fld>
            <a:endParaRPr lang="en-US" altLang="en-US" dirty="0"/>
          </a:p>
        </p:txBody>
      </p:sp>
      <p:sp>
        <p:nvSpPr>
          <p:cNvPr id="63491" name="Rectangle 2">
            <a:extLst>
              <a:ext uri="{FF2B5EF4-FFF2-40B4-BE49-F238E27FC236}">
                <a16:creationId xmlns:a16="http://schemas.microsoft.com/office/drawing/2014/main" id="{4F694DAF-6E3E-40D5-ACD7-BFFE8A22CC39}"/>
              </a:ext>
            </a:extLst>
          </p:cNvPr>
          <p:cNvSpPr>
            <a:spLocks noGrp="1" noRot="1" noChangeAspect="1" noChangeArrowheads="1" noTextEdit="1"/>
          </p:cNvSpPr>
          <p:nvPr>
            <p:ph type="sldImg"/>
          </p:nvPr>
        </p:nvSpPr>
        <p:spPr bwMode="auto">
          <a:xfrm>
            <a:off x="687388" y="609600"/>
            <a:ext cx="3198812" cy="2400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a:extLst>
              <a:ext uri="{FF2B5EF4-FFF2-40B4-BE49-F238E27FC236}">
                <a16:creationId xmlns:a16="http://schemas.microsoft.com/office/drawing/2014/main" id="{C03510D4-79C8-4974-8E5E-33421C71CFFB}"/>
              </a:ext>
            </a:extLst>
          </p:cNvPr>
          <p:cNvSpPr>
            <a:spLocks noGrp="1" noChangeArrowheads="1"/>
          </p:cNvSpPr>
          <p:nvPr>
            <p:ph type="body" idx="1"/>
          </p:nvPr>
        </p:nvSpPr>
        <p:spPr bwMode="auto">
          <a:xfrm>
            <a:off x="685800" y="3276600"/>
            <a:ext cx="5486400" cy="525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Tree>
    <p:extLst>
      <p:ext uri="{BB962C8B-B14F-4D97-AF65-F5344CB8AC3E}">
        <p14:creationId xmlns:p14="http://schemas.microsoft.com/office/powerpoint/2010/main" val="23617636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7DB9097F-85EB-42C5-93B9-2BCDB4138DB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651B575-7500-4CFE-9AC6-BF4891711313}" type="slidenum">
              <a:rPr lang="en-US" altLang="en-US" smtClean="0"/>
              <a:pPr>
                <a:spcBef>
                  <a:spcPct val="0"/>
                </a:spcBef>
              </a:pPr>
              <a:t>31</a:t>
            </a:fld>
            <a:endParaRPr lang="en-US" altLang="en-US" dirty="0"/>
          </a:p>
        </p:txBody>
      </p:sp>
      <p:sp>
        <p:nvSpPr>
          <p:cNvPr id="65539" name="Rectangle 2">
            <a:extLst>
              <a:ext uri="{FF2B5EF4-FFF2-40B4-BE49-F238E27FC236}">
                <a16:creationId xmlns:a16="http://schemas.microsoft.com/office/drawing/2014/main" id="{0453DD44-427D-4717-BAF9-55ECE5FA438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40" name="Rectangle 3">
            <a:extLst>
              <a:ext uri="{FF2B5EF4-FFF2-40B4-BE49-F238E27FC236}">
                <a16:creationId xmlns:a16="http://schemas.microsoft.com/office/drawing/2014/main" id="{7F28E569-67AE-4ED0-99E8-35BFD18D43C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buFontTx/>
              <a:buChar char="-"/>
            </a:pPr>
            <a:endParaRPr lang="en-US" altLang="en-US" dirty="0"/>
          </a:p>
        </p:txBody>
      </p:sp>
    </p:spTree>
    <p:extLst>
      <p:ext uri="{BB962C8B-B14F-4D97-AF65-F5344CB8AC3E}">
        <p14:creationId xmlns:p14="http://schemas.microsoft.com/office/powerpoint/2010/main" val="16529774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D132C07A-E371-4F8C-931D-BA125EACFFA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20CA670-DAA2-4115-BA2B-7895FD9BD26D}" type="slidenum">
              <a:rPr lang="en-US" altLang="en-US" smtClean="0"/>
              <a:pPr>
                <a:spcBef>
                  <a:spcPct val="0"/>
                </a:spcBef>
              </a:pPr>
              <a:t>32</a:t>
            </a:fld>
            <a:endParaRPr lang="en-US" altLang="en-US" dirty="0"/>
          </a:p>
        </p:txBody>
      </p:sp>
      <p:sp>
        <p:nvSpPr>
          <p:cNvPr id="67587" name="Rectangle 2">
            <a:extLst>
              <a:ext uri="{FF2B5EF4-FFF2-40B4-BE49-F238E27FC236}">
                <a16:creationId xmlns:a16="http://schemas.microsoft.com/office/drawing/2014/main" id="{91B6A5EC-A2A3-445A-A61B-0B15947D658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8" name="Rectangle 3">
            <a:extLst>
              <a:ext uri="{FF2B5EF4-FFF2-40B4-BE49-F238E27FC236}">
                <a16:creationId xmlns:a16="http://schemas.microsoft.com/office/drawing/2014/main" id="{03C0CF07-9F8C-4CFD-BB62-88F72D5CA0FB}"/>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buFontTx/>
              <a:buChar char="-"/>
            </a:pPr>
            <a:endParaRPr lang="en-US" altLang="en-US" dirty="0"/>
          </a:p>
        </p:txBody>
      </p:sp>
    </p:spTree>
    <p:extLst>
      <p:ext uri="{BB962C8B-B14F-4D97-AF65-F5344CB8AC3E}">
        <p14:creationId xmlns:p14="http://schemas.microsoft.com/office/powerpoint/2010/main" val="29738257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10D894D0-195D-4B97-B461-62C5D3885ED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98AF745-A072-458E-929D-3ED22AF16719}" type="slidenum">
              <a:rPr lang="en-US" altLang="en-US" smtClean="0"/>
              <a:pPr>
                <a:spcBef>
                  <a:spcPct val="0"/>
                </a:spcBef>
              </a:pPr>
              <a:t>33</a:t>
            </a:fld>
            <a:endParaRPr lang="en-US" altLang="en-US" dirty="0"/>
          </a:p>
        </p:txBody>
      </p:sp>
      <p:sp>
        <p:nvSpPr>
          <p:cNvPr id="69635" name="Rectangle 2">
            <a:extLst>
              <a:ext uri="{FF2B5EF4-FFF2-40B4-BE49-F238E27FC236}">
                <a16:creationId xmlns:a16="http://schemas.microsoft.com/office/drawing/2014/main" id="{0B00004E-41CF-44DA-A4E3-ECCE807AE4B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a:extLst>
              <a:ext uri="{FF2B5EF4-FFF2-40B4-BE49-F238E27FC236}">
                <a16:creationId xmlns:a16="http://schemas.microsoft.com/office/drawing/2014/main" id="{30926B55-200A-4950-B3D9-DF9FC3D249C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buFontTx/>
              <a:buChar char="-"/>
            </a:pPr>
            <a:endParaRPr lang="en-US" altLang="en-US" dirty="0"/>
          </a:p>
        </p:txBody>
      </p:sp>
    </p:spTree>
    <p:extLst>
      <p:ext uri="{BB962C8B-B14F-4D97-AF65-F5344CB8AC3E}">
        <p14:creationId xmlns:p14="http://schemas.microsoft.com/office/powerpoint/2010/main" val="14888811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554DFDF4-EE59-46E2-B843-5591BACD17F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3932773-4FA2-48C0-B397-56AA0DB6C04F}" type="slidenum">
              <a:rPr lang="en-US" altLang="en-US" smtClean="0"/>
              <a:pPr>
                <a:spcBef>
                  <a:spcPct val="0"/>
                </a:spcBef>
              </a:pPr>
              <a:t>34</a:t>
            </a:fld>
            <a:endParaRPr lang="en-US" altLang="en-US" dirty="0"/>
          </a:p>
        </p:txBody>
      </p:sp>
      <p:sp>
        <p:nvSpPr>
          <p:cNvPr id="71683" name="Rectangle 2">
            <a:extLst>
              <a:ext uri="{FF2B5EF4-FFF2-40B4-BE49-F238E27FC236}">
                <a16:creationId xmlns:a16="http://schemas.microsoft.com/office/drawing/2014/main" id="{28379744-1D96-44FE-940F-BC06CFF6D00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4" name="Rectangle 3">
            <a:extLst>
              <a:ext uri="{FF2B5EF4-FFF2-40B4-BE49-F238E27FC236}">
                <a16:creationId xmlns:a16="http://schemas.microsoft.com/office/drawing/2014/main" id="{2E3167BB-1996-40AF-B777-73AB8CC54FE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solidFill>
                <a:srgbClr val="000000"/>
              </a:solidFill>
            </a:endParaRPr>
          </a:p>
        </p:txBody>
      </p:sp>
    </p:spTree>
    <p:extLst>
      <p:ext uri="{BB962C8B-B14F-4D97-AF65-F5344CB8AC3E}">
        <p14:creationId xmlns:p14="http://schemas.microsoft.com/office/powerpoint/2010/main" val="3379975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13B482F7-C7E4-49C8-B8C3-9FCAFC8F280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34E9B7C-6D02-4620-93E3-2F9C6C625D51}" type="slidenum">
              <a:rPr lang="en-US" altLang="en-US" smtClean="0"/>
              <a:pPr>
                <a:spcBef>
                  <a:spcPct val="0"/>
                </a:spcBef>
              </a:pPr>
              <a:t>35</a:t>
            </a:fld>
            <a:endParaRPr lang="en-US" altLang="en-US" dirty="0"/>
          </a:p>
        </p:txBody>
      </p:sp>
      <p:sp>
        <p:nvSpPr>
          <p:cNvPr id="73731" name="Rectangle 2">
            <a:extLst>
              <a:ext uri="{FF2B5EF4-FFF2-40B4-BE49-F238E27FC236}">
                <a16:creationId xmlns:a16="http://schemas.microsoft.com/office/drawing/2014/main" id="{08059A1D-74B0-4C66-82FB-E765BB7A0D0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a:extLst>
              <a:ext uri="{FF2B5EF4-FFF2-40B4-BE49-F238E27FC236}">
                <a16:creationId xmlns:a16="http://schemas.microsoft.com/office/drawing/2014/main" id="{B024F201-C51B-4560-BF72-2148E0C5497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buFontTx/>
              <a:buChar char="-"/>
            </a:pPr>
            <a:endParaRPr lang="en-US" altLang="en-US" dirty="0"/>
          </a:p>
        </p:txBody>
      </p:sp>
    </p:spTree>
    <p:extLst>
      <p:ext uri="{BB962C8B-B14F-4D97-AF65-F5344CB8AC3E}">
        <p14:creationId xmlns:p14="http://schemas.microsoft.com/office/powerpoint/2010/main" val="4814030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24CAA028-88A5-4C0F-B2F8-18AABB86770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D5B8431-C003-4870-8FAA-51ECF6F4745C}" type="slidenum">
              <a:rPr lang="en-US" altLang="en-US" smtClean="0"/>
              <a:pPr>
                <a:spcBef>
                  <a:spcPct val="0"/>
                </a:spcBef>
              </a:pPr>
              <a:t>36</a:t>
            </a:fld>
            <a:endParaRPr lang="en-US" altLang="en-US" dirty="0"/>
          </a:p>
        </p:txBody>
      </p:sp>
      <p:sp>
        <p:nvSpPr>
          <p:cNvPr id="75779" name="Rectangle 2">
            <a:extLst>
              <a:ext uri="{FF2B5EF4-FFF2-40B4-BE49-F238E27FC236}">
                <a16:creationId xmlns:a16="http://schemas.microsoft.com/office/drawing/2014/main" id="{4CE4C766-9AF4-4B56-B0CA-4ABFC33480A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0" name="Rectangle 3">
            <a:extLst>
              <a:ext uri="{FF2B5EF4-FFF2-40B4-BE49-F238E27FC236}">
                <a16:creationId xmlns:a16="http://schemas.microsoft.com/office/drawing/2014/main" id="{54DAFBA0-8441-4D9A-887E-4DCEB3F96D44}"/>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buFontTx/>
              <a:buChar char="-"/>
            </a:pPr>
            <a:endParaRPr lang="en-US" altLang="en-US" dirty="0"/>
          </a:p>
        </p:txBody>
      </p:sp>
    </p:spTree>
    <p:extLst>
      <p:ext uri="{BB962C8B-B14F-4D97-AF65-F5344CB8AC3E}">
        <p14:creationId xmlns:p14="http://schemas.microsoft.com/office/powerpoint/2010/main" val="31337453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E9516317-6B00-4B20-9B3A-2B25CCC0F48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189C9BF-1CAF-4CDA-9269-4F98AF6B21BD}" type="slidenum">
              <a:rPr lang="en-US" altLang="en-US" smtClean="0"/>
              <a:pPr>
                <a:spcBef>
                  <a:spcPct val="0"/>
                </a:spcBef>
              </a:pPr>
              <a:t>37</a:t>
            </a:fld>
            <a:endParaRPr lang="en-US" altLang="en-US" dirty="0"/>
          </a:p>
        </p:txBody>
      </p:sp>
      <p:sp>
        <p:nvSpPr>
          <p:cNvPr id="77827" name="Rectangle 2">
            <a:extLst>
              <a:ext uri="{FF2B5EF4-FFF2-40B4-BE49-F238E27FC236}">
                <a16:creationId xmlns:a16="http://schemas.microsoft.com/office/drawing/2014/main" id="{CCFF15BF-1760-41F6-9444-10DD08302FE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500" name="Rectangle 3">
            <a:extLst>
              <a:ext uri="{FF2B5EF4-FFF2-40B4-BE49-F238E27FC236}">
                <a16:creationId xmlns:a16="http://schemas.microsoft.com/office/drawing/2014/main" id="{BE97D6ED-363D-4032-896F-CBF7AD8A34C3}"/>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defRPr/>
            </a:pPr>
            <a:endParaRPr lang="en-US" altLang="en-US" dirty="0"/>
          </a:p>
        </p:txBody>
      </p:sp>
    </p:spTree>
    <p:extLst>
      <p:ext uri="{BB962C8B-B14F-4D97-AF65-F5344CB8AC3E}">
        <p14:creationId xmlns:p14="http://schemas.microsoft.com/office/powerpoint/2010/main" val="1355517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2BA03E1A-B069-4F19-BEB2-38C7B7144F0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D32BCDA-608D-47C8-8EB0-FF4353653B14}" type="slidenum">
              <a:rPr lang="en-US" altLang="en-US" smtClean="0"/>
              <a:pPr>
                <a:spcBef>
                  <a:spcPct val="0"/>
                </a:spcBef>
              </a:pPr>
              <a:t>38</a:t>
            </a:fld>
            <a:endParaRPr lang="en-US" altLang="en-US" dirty="0"/>
          </a:p>
        </p:txBody>
      </p:sp>
      <p:sp>
        <p:nvSpPr>
          <p:cNvPr id="79875" name="Rectangle 2">
            <a:extLst>
              <a:ext uri="{FF2B5EF4-FFF2-40B4-BE49-F238E27FC236}">
                <a16:creationId xmlns:a16="http://schemas.microsoft.com/office/drawing/2014/main" id="{DDC20EEE-CE37-4A66-8666-3DFC865BDDB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a:extLst>
              <a:ext uri="{FF2B5EF4-FFF2-40B4-BE49-F238E27FC236}">
                <a16:creationId xmlns:a16="http://schemas.microsoft.com/office/drawing/2014/main" id="{E319A922-6A36-469B-9579-6CF1EC00F55F}"/>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buFontTx/>
              <a:buChar char="-"/>
            </a:pPr>
            <a:endParaRPr lang="en-US" altLang="en-US" dirty="0"/>
          </a:p>
        </p:txBody>
      </p:sp>
    </p:spTree>
    <p:extLst>
      <p:ext uri="{BB962C8B-B14F-4D97-AF65-F5344CB8AC3E}">
        <p14:creationId xmlns:p14="http://schemas.microsoft.com/office/powerpoint/2010/main" val="31495983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4E3E16A6-1256-44E8-B105-0C372AA11E4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1BB977F-0F00-4ED2-BA75-2FBE7B3BB5C1}" type="slidenum">
              <a:rPr lang="en-US" altLang="en-US" smtClean="0"/>
              <a:pPr>
                <a:spcBef>
                  <a:spcPct val="0"/>
                </a:spcBef>
              </a:pPr>
              <a:t>39</a:t>
            </a:fld>
            <a:endParaRPr lang="en-US" altLang="en-US" dirty="0"/>
          </a:p>
        </p:txBody>
      </p:sp>
      <p:sp>
        <p:nvSpPr>
          <p:cNvPr id="81923" name="Rectangle 2">
            <a:extLst>
              <a:ext uri="{FF2B5EF4-FFF2-40B4-BE49-F238E27FC236}">
                <a16:creationId xmlns:a16="http://schemas.microsoft.com/office/drawing/2014/main" id="{7C43041D-EE9A-4E7D-A62E-58B224BA99A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8" name="Rectangle 3">
            <a:extLst>
              <a:ext uri="{FF2B5EF4-FFF2-40B4-BE49-F238E27FC236}">
                <a16:creationId xmlns:a16="http://schemas.microsoft.com/office/drawing/2014/main" id="{32EE89A3-FA25-49EE-BEB0-E77C8F40308B}"/>
              </a:ext>
            </a:extLst>
          </p:cNvPr>
          <p:cNvSpPr>
            <a:spLocks noGrp="1" noChangeArrowheads="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defRPr/>
            </a:pPr>
            <a:endParaRPr lang="en-US" altLang="en-US" dirty="0"/>
          </a:p>
        </p:txBody>
      </p:sp>
    </p:spTree>
    <p:extLst>
      <p:ext uri="{BB962C8B-B14F-4D97-AF65-F5344CB8AC3E}">
        <p14:creationId xmlns:p14="http://schemas.microsoft.com/office/powerpoint/2010/main" val="37891324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363E3F8F-254D-4C6A-B05C-C11E4058AE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94F9E41-AE00-4496-8ED3-7B7710ED3B6D}" type="slidenum">
              <a:rPr lang="en-US" altLang="en-US" smtClean="0"/>
              <a:pPr>
                <a:spcBef>
                  <a:spcPct val="0"/>
                </a:spcBef>
              </a:pPr>
              <a:t>40</a:t>
            </a:fld>
            <a:endParaRPr lang="en-US" altLang="en-US" dirty="0"/>
          </a:p>
        </p:txBody>
      </p:sp>
      <p:sp>
        <p:nvSpPr>
          <p:cNvPr id="83971" name="Rectangle 2">
            <a:extLst>
              <a:ext uri="{FF2B5EF4-FFF2-40B4-BE49-F238E27FC236}">
                <a16:creationId xmlns:a16="http://schemas.microsoft.com/office/drawing/2014/main" id="{DAB05BD1-064F-4867-B1E6-2933412ECD06}"/>
              </a:ext>
            </a:extLst>
          </p:cNvPr>
          <p:cNvSpPr>
            <a:spLocks noGrp="1" noRot="1" noChangeAspect="1" noChangeArrowheads="1" noTextEdit="1"/>
          </p:cNvSpPr>
          <p:nvPr>
            <p:ph type="sldImg"/>
          </p:nvPr>
        </p:nvSpPr>
        <p:spPr bwMode="auto">
          <a:xfrm>
            <a:off x="687388" y="609600"/>
            <a:ext cx="3198812" cy="2400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2" name="Rectangle 3">
            <a:extLst>
              <a:ext uri="{FF2B5EF4-FFF2-40B4-BE49-F238E27FC236}">
                <a16:creationId xmlns:a16="http://schemas.microsoft.com/office/drawing/2014/main" id="{B3086752-B1DB-4382-8750-1AE89B7A6AD3}"/>
              </a:ext>
            </a:extLst>
          </p:cNvPr>
          <p:cNvSpPr>
            <a:spLocks noGrp="1" noChangeArrowheads="1"/>
          </p:cNvSpPr>
          <p:nvPr>
            <p:ph type="body" idx="1"/>
          </p:nvPr>
        </p:nvSpPr>
        <p:spPr bwMode="auto">
          <a:xfrm>
            <a:off x="685800" y="3276600"/>
            <a:ext cx="5486400" cy="525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Tree>
    <p:extLst>
      <p:ext uri="{BB962C8B-B14F-4D97-AF65-F5344CB8AC3E}">
        <p14:creationId xmlns:p14="http://schemas.microsoft.com/office/powerpoint/2010/main" val="733319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363E3F8F-254D-4C6A-B05C-C11E4058AE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94F9E41-AE00-4496-8ED3-7B7710ED3B6D}" type="slidenum">
              <a:rPr lang="en-US" altLang="en-US" smtClean="0"/>
              <a:pPr>
                <a:spcBef>
                  <a:spcPct val="0"/>
                </a:spcBef>
              </a:pPr>
              <a:t>41</a:t>
            </a:fld>
            <a:endParaRPr lang="en-US" altLang="en-US" dirty="0"/>
          </a:p>
        </p:txBody>
      </p:sp>
      <p:sp>
        <p:nvSpPr>
          <p:cNvPr id="83971" name="Rectangle 2">
            <a:extLst>
              <a:ext uri="{FF2B5EF4-FFF2-40B4-BE49-F238E27FC236}">
                <a16:creationId xmlns:a16="http://schemas.microsoft.com/office/drawing/2014/main" id="{DAB05BD1-064F-4867-B1E6-2933412ECD06}"/>
              </a:ext>
            </a:extLst>
          </p:cNvPr>
          <p:cNvSpPr>
            <a:spLocks noGrp="1" noRot="1" noChangeAspect="1" noChangeArrowheads="1" noTextEdit="1"/>
          </p:cNvSpPr>
          <p:nvPr>
            <p:ph type="sldImg"/>
          </p:nvPr>
        </p:nvSpPr>
        <p:spPr bwMode="auto">
          <a:xfrm>
            <a:off x="687388" y="609600"/>
            <a:ext cx="3198812" cy="24003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2" name="Rectangle 3">
            <a:extLst>
              <a:ext uri="{FF2B5EF4-FFF2-40B4-BE49-F238E27FC236}">
                <a16:creationId xmlns:a16="http://schemas.microsoft.com/office/drawing/2014/main" id="{B3086752-B1DB-4382-8750-1AE89B7A6AD3}"/>
              </a:ext>
            </a:extLst>
          </p:cNvPr>
          <p:cNvSpPr>
            <a:spLocks noGrp="1" noChangeArrowheads="1"/>
          </p:cNvSpPr>
          <p:nvPr>
            <p:ph type="body" idx="1"/>
          </p:nvPr>
        </p:nvSpPr>
        <p:spPr bwMode="auto">
          <a:xfrm>
            <a:off x="685800" y="3276600"/>
            <a:ext cx="5486400" cy="5257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dirty="0"/>
          </a:p>
        </p:txBody>
      </p:sp>
    </p:spTree>
    <p:extLst>
      <p:ext uri="{BB962C8B-B14F-4D97-AF65-F5344CB8AC3E}">
        <p14:creationId xmlns:p14="http://schemas.microsoft.com/office/powerpoint/2010/main" val="10178675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0F6B2F49-4E01-419D-B0FA-FEC3657A1AD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027D8A-585C-47CD-8373-6236469BD387}" type="slidenum">
              <a:rPr lang="en-US" altLang="en-US" smtClean="0"/>
              <a:pPr>
                <a:spcBef>
                  <a:spcPct val="0"/>
                </a:spcBef>
              </a:pPr>
              <a:t>42</a:t>
            </a:fld>
            <a:endParaRPr lang="en-US" altLang="en-US" dirty="0"/>
          </a:p>
        </p:txBody>
      </p:sp>
      <p:sp>
        <p:nvSpPr>
          <p:cNvPr id="88067" name="Rectangle 2">
            <a:extLst>
              <a:ext uri="{FF2B5EF4-FFF2-40B4-BE49-F238E27FC236}">
                <a16:creationId xmlns:a16="http://schemas.microsoft.com/office/drawing/2014/main" id="{14CFCD43-4400-4764-A9C7-176EF37BEEC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8" name="Rectangle 3">
            <a:extLst>
              <a:ext uri="{FF2B5EF4-FFF2-40B4-BE49-F238E27FC236}">
                <a16:creationId xmlns:a16="http://schemas.microsoft.com/office/drawing/2014/main" id="{5AFC906F-DD3A-4D21-9ECC-6C9D0293FFE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buFontTx/>
              <a:buChar char="-"/>
            </a:pPr>
            <a:endParaRPr lang="en-US" altLang="en-US" dirty="0"/>
          </a:p>
        </p:txBody>
      </p:sp>
    </p:spTree>
    <p:extLst>
      <p:ext uri="{BB962C8B-B14F-4D97-AF65-F5344CB8AC3E}">
        <p14:creationId xmlns:p14="http://schemas.microsoft.com/office/powerpoint/2010/main" val="3617203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0F6B2F49-4E01-419D-B0FA-FEC3657A1AD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8027D8A-585C-47CD-8373-6236469BD387}" type="slidenum">
              <a:rPr lang="en-US" altLang="en-US" smtClean="0"/>
              <a:pPr>
                <a:spcBef>
                  <a:spcPct val="0"/>
                </a:spcBef>
              </a:pPr>
              <a:t>43</a:t>
            </a:fld>
            <a:endParaRPr lang="en-US" altLang="en-US" dirty="0"/>
          </a:p>
        </p:txBody>
      </p:sp>
      <p:sp>
        <p:nvSpPr>
          <p:cNvPr id="88067" name="Rectangle 2">
            <a:extLst>
              <a:ext uri="{FF2B5EF4-FFF2-40B4-BE49-F238E27FC236}">
                <a16:creationId xmlns:a16="http://schemas.microsoft.com/office/drawing/2014/main" id="{14CFCD43-4400-4764-A9C7-176EF37BEEC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8" name="Rectangle 3">
            <a:extLst>
              <a:ext uri="{FF2B5EF4-FFF2-40B4-BE49-F238E27FC236}">
                <a16:creationId xmlns:a16="http://schemas.microsoft.com/office/drawing/2014/main" id="{5AFC906F-DD3A-4D21-9ECC-6C9D0293FFE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buFontTx/>
              <a:buChar char="-"/>
            </a:pPr>
            <a:endParaRPr lang="en-US" altLang="en-US" dirty="0"/>
          </a:p>
        </p:txBody>
      </p:sp>
    </p:spTree>
    <p:extLst>
      <p:ext uri="{BB962C8B-B14F-4D97-AF65-F5344CB8AC3E}">
        <p14:creationId xmlns:p14="http://schemas.microsoft.com/office/powerpoint/2010/main" val="32500461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AC40CC9-AA68-4FA9-840D-62061E6856AF}"/>
              </a:ext>
            </a:extLst>
          </p:cNvPr>
          <p:cNvSpPr/>
          <p:nvPr userDrawn="1"/>
        </p:nvSpPr>
        <p:spPr>
          <a:xfrm>
            <a:off x="0" y="0"/>
            <a:ext cx="1905000" cy="129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4" name="Rectangle 3">
            <a:extLst>
              <a:ext uri="{FF2B5EF4-FFF2-40B4-BE49-F238E27FC236}">
                <a16:creationId xmlns:a16="http://schemas.microsoft.com/office/drawing/2014/main" id="{EDBB64AF-1C68-4CCA-BF8F-912EE57ACD03}"/>
              </a:ext>
            </a:extLst>
          </p:cNvPr>
          <p:cNvSpPr/>
          <p:nvPr userDrawn="1"/>
        </p:nvSpPr>
        <p:spPr>
          <a:xfrm>
            <a:off x="8305800" y="6553200"/>
            <a:ext cx="6096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5" name="Picture 10">
            <a:extLst>
              <a:ext uri="{FF2B5EF4-FFF2-40B4-BE49-F238E27FC236}">
                <a16:creationId xmlns:a16="http://schemas.microsoft.com/office/drawing/2014/main" id="{A5458A10-0736-4EF5-B084-6F299AA4436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auto">
          <a:xfrm>
            <a:off x="352425" y="533480"/>
            <a:ext cx="4297362" cy="5579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2"/>
          <p:cNvSpPr>
            <a:spLocks noGrp="1" noChangeArrowheads="1"/>
          </p:cNvSpPr>
          <p:nvPr>
            <p:ph type="subTitle" idx="1"/>
          </p:nvPr>
        </p:nvSpPr>
        <p:spPr>
          <a:xfrm>
            <a:off x="4876800" y="990600"/>
            <a:ext cx="3979752" cy="3041599"/>
          </a:xfrm>
        </p:spPr>
        <p:txBody>
          <a:bodyPr/>
          <a:lstStyle>
            <a:lvl1pPr marL="97921" indent="0" algn="l">
              <a:buFont typeface="Wingdings" pitchFamily="2" charset="2"/>
              <a:buNone/>
              <a:defRPr sz="3600">
                <a:solidFill>
                  <a:schemeClr val="tx1"/>
                </a:solidFill>
                <a:latin typeface="Palatino Linotype" pitchFamily="18" charset="0"/>
              </a:defRPr>
            </a:lvl1pPr>
          </a:lstStyle>
          <a:p>
            <a:r>
              <a:rPr lang="en-US" dirty="0"/>
              <a:t>Click to edit Master subtitle style</a:t>
            </a:r>
          </a:p>
        </p:txBody>
      </p:sp>
    </p:spTree>
    <p:extLst>
      <p:ext uri="{BB962C8B-B14F-4D97-AF65-F5344CB8AC3E}">
        <p14:creationId xmlns:p14="http://schemas.microsoft.com/office/powerpoint/2010/main" val="2049153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82171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839240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44776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27091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930089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2938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5989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sz="half" idx="1"/>
          </p:nvPr>
        </p:nvSpPr>
        <p:spPr>
          <a:xfrm>
            <a:off x="838200" y="1477962"/>
            <a:ext cx="3770313" cy="448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4760913" y="1477962"/>
            <a:ext cx="3770312"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4760913" y="3797300"/>
            <a:ext cx="3770312"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59532354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152400"/>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sz="quarter" idx="1"/>
          </p:nvPr>
        </p:nvSpPr>
        <p:spPr>
          <a:xfrm>
            <a:off x="838200" y="1477962"/>
            <a:ext cx="3770313"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4760913" y="1477962"/>
            <a:ext cx="3770312"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838200" y="3797300"/>
            <a:ext cx="3770313"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Content Placeholder 5"/>
          <p:cNvSpPr>
            <a:spLocks noGrp="1"/>
          </p:cNvSpPr>
          <p:nvPr>
            <p:ph sz="quarter" idx="4"/>
          </p:nvPr>
        </p:nvSpPr>
        <p:spPr>
          <a:xfrm>
            <a:off x="4760913" y="3797300"/>
            <a:ext cx="3770312"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6566771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548640" y="152400"/>
            <a:ext cx="8046720" cy="1143000"/>
          </a:xfrm>
          <a:prstGeom prst="rect">
            <a:avLst/>
          </a:prstGeom>
        </p:spPr>
        <p:txBody>
          <a:bodyPr/>
          <a:lstStyle/>
          <a:p>
            <a:r>
              <a:rPr lang="en-US" dirty="0"/>
              <a:t>Click to edit Master title style</a:t>
            </a:r>
          </a:p>
        </p:txBody>
      </p:sp>
      <p:sp>
        <p:nvSpPr>
          <p:cNvPr id="15" name="Text Placeholder 14"/>
          <p:cNvSpPr>
            <a:spLocks noGrp="1"/>
          </p:cNvSpPr>
          <p:nvPr>
            <p:ph type="body" sz="quarter" idx="10"/>
          </p:nvPr>
        </p:nvSpPr>
        <p:spPr>
          <a:xfrm>
            <a:off x="770400" y="2057400"/>
            <a:ext cx="7630848" cy="3860180"/>
          </a:xfrm>
        </p:spPr>
        <p:txBody>
          <a:bodyPr/>
          <a:lstStyle>
            <a:lvl1pPr>
              <a:buSzPct val="60000"/>
              <a:defRPr sz="2900"/>
            </a:lvl1pPr>
            <a:lvl2pPr>
              <a:buSzPct val="60000"/>
              <a:defRPr sz="2500"/>
            </a:lvl2pPr>
            <a:lvl3pPr>
              <a:buSzPct val="60000"/>
              <a:defRPr sz="2200"/>
            </a:lvl3pPr>
            <a:lvl4pPr>
              <a:buSzPct val="60000"/>
              <a:defRPr sz="1800"/>
            </a:lvl4pPr>
            <a:lvl5pPr>
              <a:buSzPct val="60000"/>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5568262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a:prstGeom prst="rect">
            <a:avLst/>
          </a:prstGeom>
        </p:spPr>
        <p:txBody>
          <a:bodyPr/>
          <a:lstStyle/>
          <a:p>
            <a:r>
              <a:rPr lang="en-US"/>
              <a:t>Click to edit Master title style</a:t>
            </a:r>
            <a:endParaRPr lang="en-CA"/>
          </a:p>
        </p:txBody>
      </p:sp>
      <p:sp>
        <p:nvSpPr>
          <p:cNvPr id="3" name="Text Placeholder 2"/>
          <p:cNvSpPr>
            <a:spLocks noGrp="1"/>
          </p:cNvSpPr>
          <p:nvPr>
            <p:ph type="body" sz="half" idx="1"/>
          </p:nvPr>
        </p:nvSpPr>
        <p:spPr>
          <a:xfrm>
            <a:off x="838200" y="1477962"/>
            <a:ext cx="3770313" cy="448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4760913" y="1477962"/>
            <a:ext cx="3770312"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4760913" y="3797300"/>
            <a:ext cx="3770312"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1346777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a:prstGeom prst="rect">
            <a:avLst/>
          </a:prstGeom>
        </p:spPr>
        <p:txBody>
          <a:bodyPr/>
          <a:lstStyle/>
          <a:p>
            <a:r>
              <a:rPr lang="en-US"/>
              <a:t>Click to edit Master title style</a:t>
            </a:r>
            <a:endParaRPr lang="en-CA"/>
          </a:p>
        </p:txBody>
      </p:sp>
      <p:sp>
        <p:nvSpPr>
          <p:cNvPr id="3" name="Text Placeholder 2"/>
          <p:cNvSpPr>
            <a:spLocks noGrp="1"/>
          </p:cNvSpPr>
          <p:nvPr>
            <p:ph type="body" sz="half" idx="1"/>
          </p:nvPr>
        </p:nvSpPr>
        <p:spPr>
          <a:xfrm>
            <a:off x="838200" y="1477962"/>
            <a:ext cx="3770313" cy="448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760913" y="1477962"/>
            <a:ext cx="3770312" cy="448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1661922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a:prstGeom prst="rect">
            <a:avLst/>
          </a:prstGeom>
        </p:spPr>
        <p:txBody>
          <a:bodyPr/>
          <a:lstStyle/>
          <a:p>
            <a:r>
              <a:rPr lang="en-US"/>
              <a:t>Click to edit Master title style</a:t>
            </a:r>
            <a:endParaRPr lang="en-CA"/>
          </a:p>
        </p:txBody>
      </p:sp>
      <p:sp>
        <p:nvSpPr>
          <p:cNvPr id="3" name="Text Placeholder 2"/>
          <p:cNvSpPr>
            <a:spLocks noGrp="1"/>
          </p:cNvSpPr>
          <p:nvPr>
            <p:ph type="body" sz="half" idx="1"/>
          </p:nvPr>
        </p:nvSpPr>
        <p:spPr>
          <a:xfrm>
            <a:off x="838200" y="1477962"/>
            <a:ext cx="7693025"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838200" y="3797300"/>
            <a:ext cx="7693025"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29255531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82459EF-C3BA-49A7-AA6E-8C3D28FF4987}"/>
              </a:ext>
            </a:extLst>
          </p:cNvPr>
          <p:cNvSpPr/>
          <p:nvPr userDrawn="1"/>
        </p:nvSpPr>
        <p:spPr>
          <a:xfrm>
            <a:off x="0" y="0"/>
            <a:ext cx="1905000" cy="129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4" name="Picture 3">
            <a:extLst>
              <a:ext uri="{FF2B5EF4-FFF2-40B4-BE49-F238E27FC236}">
                <a16:creationId xmlns:a16="http://schemas.microsoft.com/office/drawing/2014/main" id="{D7884638-52C2-4A9E-B39A-E34548F7058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1000" y="514350"/>
            <a:ext cx="4298950" cy="5581650"/>
          </a:xfrm>
          <a:prstGeom prst="rect">
            <a:avLst/>
          </a:prstGeom>
          <a:ln>
            <a:solidFill>
              <a:schemeClr val="tx1">
                <a:lumMod val="50000"/>
                <a:lumOff val="50000"/>
              </a:schemeClr>
            </a:solidFill>
          </a:ln>
        </p:spPr>
      </p:pic>
      <p:sp>
        <p:nvSpPr>
          <p:cNvPr id="5" name="Rectangle 4">
            <a:extLst>
              <a:ext uri="{FF2B5EF4-FFF2-40B4-BE49-F238E27FC236}">
                <a16:creationId xmlns:a16="http://schemas.microsoft.com/office/drawing/2014/main" id="{1229F46C-E87A-4CB9-A3CE-F5D42983C0C7}"/>
              </a:ext>
            </a:extLst>
          </p:cNvPr>
          <p:cNvSpPr/>
          <p:nvPr userDrawn="1"/>
        </p:nvSpPr>
        <p:spPr>
          <a:xfrm>
            <a:off x="8305800" y="6553200"/>
            <a:ext cx="6096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11" name="Rectangle 2"/>
          <p:cNvSpPr>
            <a:spLocks noGrp="1" noChangeArrowheads="1"/>
          </p:cNvSpPr>
          <p:nvPr>
            <p:ph type="subTitle" idx="1"/>
          </p:nvPr>
        </p:nvSpPr>
        <p:spPr>
          <a:xfrm>
            <a:off x="4087272" y="990600"/>
            <a:ext cx="4769280" cy="3041599"/>
          </a:xfrm>
        </p:spPr>
        <p:txBody>
          <a:bodyPr/>
          <a:lstStyle>
            <a:lvl1pPr marL="97921" indent="0" algn="l">
              <a:buFont typeface="Wingdings" pitchFamily="2" charset="2"/>
              <a:buNone/>
              <a:defRPr sz="3600">
                <a:solidFill>
                  <a:schemeClr val="tx1"/>
                </a:solidFill>
                <a:latin typeface="Palatino Linotype" pitchFamily="18" charset="0"/>
              </a:defRPr>
            </a:lvl1pPr>
          </a:lstStyle>
          <a:p>
            <a:r>
              <a:rPr lang="en-US" dirty="0"/>
              <a:t>Click to edit Master subtitle style</a:t>
            </a:r>
          </a:p>
        </p:txBody>
      </p:sp>
    </p:spTree>
    <p:extLst>
      <p:ext uri="{BB962C8B-B14F-4D97-AF65-F5344CB8AC3E}">
        <p14:creationId xmlns:p14="http://schemas.microsoft.com/office/powerpoint/2010/main" val="28390763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Learning Objectives">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548640" y="152400"/>
            <a:ext cx="8046720" cy="1143000"/>
          </a:xfrm>
          <a:prstGeom prst="rect">
            <a:avLst/>
          </a:prstGeom>
        </p:spPr>
        <p:txBody>
          <a:bodyPr/>
          <a:lstStyle/>
          <a:p>
            <a:r>
              <a:rPr lang="en-US" dirty="0"/>
              <a:t>Click to edit Master title style</a:t>
            </a:r>
          </a:p>
        </p:txBody>
      </p:sp>
      <p:sp>
        <p:nvSpPr>
          <p:cNvPr id="15" name="Text Placeholder 14"/>
          <p:cNvSpPr>
            <a:spLocks noGrp="1"/>
          </p:cNvSpPr>
          <p:nvPr>
            <p:ph type="body" sz="quarter" idx="10"/>
          </p:nvPr>
        </p:nvSpPr>
        <p:spPr>
          <a:xfrm>
            <a:off x="770400" y="2057400"/>
            <a:ext cx="7630848" cy="3860180"/>
          </a:xfrm>
        </p:spPr>
        <p:txBody>
          <a:bodyPr/>
          <a:lstStyle>
            <a:lvl1pPr>
              <a:buSzPct val="60000"/>
              <a:defRPr sz="2900"/>
            </a:lvl1pPr>
            <a:lvl2pPr>
              <a:buSzPct val="60000"/>
              <a:defRPr sz="2500"/>
            </a:lvl2pPr>
            <a:lvl3pPr>
              <a:buSzPct val="60000"/>
              <a:defRPr sz="2200"/>
            </a:lvl3pPr>
            <a:lvl4pPr>
              <a:buSzPct val="60000"/>
              <a:defRPr sz="1800"/>
            </a:lvl4pPr>
            <a:lvl5pPr>
              <a:buSzPct val="60000"/>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46084360"/>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AC40CC9-AA68-4FA9-840D-62061E6856AF}"/>
              </a:ext>
            </a:extLst>
          </p:cNvPr>
          <p:cNvSpPr/>
          <p:nvPr/>
        </p:nvSpPr>
        <p:spPr>
          <a:xfrm>
            <a:off x="0" y="0"/>
            <a:ext cx="1905000" cy="129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4" name="Rectangle 3">
            <a:extLst>
              <a:ext uri="{FF2B5EF4-FFF2-40B4-BE49-F238E27FC236}">
                <a16:creationId xmlns:a16="http://schemas.microsoft.com/office/drawing/2014/main" id="{EDBB64AF-1C68-4CCA-BF8F-912EE57ACD03}"/>
              </a:ext>
            </a:extLst>
          </p:cNvPr>
          <p:cNvSpPr/>
          <p:nvPr/>
        </p:nvSpPr>
        <p:spPr>
          <a:xfrm>
            <a:off x="8305800" y="6553200"/>
            <a:ext cx="6096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5" name="Picture 10">
            <a:extLst>
              <a:ext uri="{FF2B5EF4-FFF2-40B4-BE49-F238E27FC236}">
                <a16:creationId xmlns:a16="http://schemas.microsoft.com/office/drawing/2014/main" id="{A5458A10-0736-4EF5-B084-6F299AA44366}"/>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bwMode="auto">
          <a:xfrm>
            <a:off x="352425" y="533480"/>
            <a:ext cx="4297363" cy="5579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2"/>
          <p:cNvSpPr>
            <a:spLocks noGrp="1" noChangeArrowheads="1"/>
          </p:cNvSpPr>
          <p:nvPr>
            <p:ph type="subTitle" idx="1"/>
          </p:nvPr>
        </p:nvSpPr>
        <p:spPr>
          <a:xfrm>
            <a:off x="4876800" y="990600"/>
            <a:ext cx="3979752" cy="3041599"/>
          </a:xfrm>
        </p:spPr>
        <p:txBody>
          <a:bodyPr/>
          <a:lstStyle>
            <a:lvl1pPr marL="97921" indent="0" algn="l">
              <a:buFont typeface="Wingdings" pitchFamily="2" charset="2"/>
              <a:buNone/>
              <a:defRPr sz="3600">
                <a:solidFill>
                  <a:schemeClr val="tx1"/>
                </a:solidFill>
                <a:latin typeface="Palatino Linotype" pitchFamily="18" charset="0"/>
              </a:defRPr>
            </a:lvl1pPr>
          </a:lstStyle>
          <a:p>
            <a:r>
              <a:rPr lang="en-US"/>
              <a:t>Click to edit Master subtitle style</a:t>
            </a:r>
            <a:endParaRPr lang="en-US" dirty="0"/>
          </a:p>
        </p:txBody>
      </p:sp>
      <p:sp>
        <p:nvSpPr>
          <p:cNvPr id="6" name="Rectangle 5">
            <a:extLst>
              <a:ext uri="{FF2B5EF4-FFF2-40B4-BE49-F238E27FC236}">
                <a16:creationId xmlns:a16="http://schemas.microsoft.com/office/drawing/2014/main" id="{8C1CDDC3-EA47-4ACA-94C9-2B5C3DC26353}"/>
              </a:ext>
            </a:extLst>
          </p:cNvPr>
          <p:cNvSpPr/>
          <p:nvPr userDrawn="1"/>
        </p:nvSpPr>
        <p:spPr>
          <a:xfrm>
            <a:off x="0" y="0"/>
            <a:ext cx="1905000" cy="129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7" name="Rectangle 6">
            <a:extLst>
              <a:ext uri="{FF2B5EF4-FFF2-40B4-BE49-F238E27FC236}">
                <a16:creationId xmlns:a16="http://schemas.microsoft.com/office/drawing/2014/main" id="{46B84625-3D8A-429E-A551-B0621CF83BDC}"/>
              </a:ext>
            </a:extLst>
          </p:cNvPr>
          <p:cNvSpPr/>
          <p:nvPr userDrawn="1"/>
        </p:nvSpPr>
        <p:spPr>
          <a:xfrm>
            <a:off x="8305800" y="6553200"/>
            <a:ext cx="6096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8" name="Picture 10">
            <a:extLst>
              <a:ext uri="{FF2B5EF4-FFF2-40B4-BE49-F238E27FC236}">
                <a16:creationId xmlns:a16="http://schemas.microsoft.com/office/drawing/2014/main" id="{857DF8EB-99E4-4115-9A9D-17437D1B4C3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auto">
          <a:xfrm>
            <a:off x="352425" y="533480"/>
            <a:ext cx="4297362" cy="5579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65724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930731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3839800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622602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624783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72742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78586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18138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sz="half" idx="1"/>
          </p:nvPr>
        </p:nvSpPr>
        <p:spPr>
          <a:xfrm>
            <a:off x="838200" y="1477962"/>
            <a:ext cx="3770313" cy="448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4760913" y="1477962"/>
            <a:ext cx="3770312"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4760913" y="3797300"/>
            <a:ext cx="3770312"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956291221"/>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152400"/>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sz="quarter" idx="1"/>
          </p:nvPr>
        </p:nvSpPr>
        <p:spPr>
          <a:xfrm>
            <a:off x="838200" y="1477962"/>
            <a:ext cx="3770313"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4760913" y="1477962"/>
            <a:ext cx="3770312"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838200" y="3797300"/>
            <a:ext cx="3770313"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Content Placeholder 5"/>
          <p:cNvSpPr>
            <a:spLocks noGrp="1"/>
          </p:cNvSpPr>
          <p:nvPr>
            <p:ph sz="quarter" idx="4"/>
          </p:nvPr>
        </p:nvSpPr>
        <p:spPr>
          <a:xfrm>
            <a:off x="4760913" y="3797300"/>
            <a:ext cx="3770312"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21966067"/>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548640" y="152400"/>
            <a:ext cx="8046720" cy="1143000"/>
          </a:xfrm>
          <a:prstGeom prst="rect">
            <a:avLst/>
          </a:prstGeom>
        </p:spPr>
        <p:txBody>
          <a:bodyPr/>
          <a:lstStyle/>
          <a:p>
            <a:r>
              <a:rPr lang="en-US"/>
              <a:t>Click to edit Master title style</a:t>
            </a:r>
            <a:endParaRPr lang="en-US" dirty="0"/>
          </a:p>
        </p:txBody>
      </p:sp>
      <p:sp>
        <p:nvSpPr>
          <p:cNvPr id="15" name="Text Placeholder 14"/>
          <p:cNvSpPr>
            <a:spLocks noGrp="1"/>
          </p:cNvSpPr>
          <p:nvPr>
            <p:ph type="body" sz="quarter" idx="10"/>
          </p:nvPr>
        </p:nvSpPr>
        <p:spPr>
          <a:xfrm>
            <a:off x="770400" y="2057400"/>
            <a:ext cx="7630848" cy="3860180"/>
          </a:xfrm>
        </p:spPr>
        <p:txBody>
          <a:bodyPr/>
          <a:lstStyle>
            <a:lvl1pPr>
              <a:buSzPct val="60000"/>
              <a:defRPr sz="2900"/>
            </a:lvl1pPr>
            <a:lvl2pPr>
              <a:buSzPct val="60000"/>
              <a:defRPr sz="2500"/>
            </a:lvl2pPr>
            <a:lvl3pPr>
              <a:buSzPct val="60000"/>
              <a:defRPr sz="2200"/>
            </a:lvl3pPr>
            <a:lvl4pPr>
              <a:buSzPct val="60000"/>
              <a:defRPr sz="1800"/>
            </a:lvl4pPr>
            <a:lvl5pPr>
              <a:buSzPct val="6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81169889"/>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a:prstGeom prst="rect">
            <a:avLst/>
          </a:prstGeom>
        </p:spPr>
        <p:txBody>
          <a:bodyPr/>
          <a:lstStyle/>
          <a:p>
            <a:r>
              <a:rPr lang="en-US"/>
              <a:t>Click to edit Master title style</a:t>
            </a:r>
            <a:endParaRPr lang="en-CA"/>
          </a:p>
        </p:txBody>
      </p:sp>
      <p:sp>
        <p:nvSpPr>
          <p:cNvPr id="3" name="Text Placeholder 2"/>
          <p:cNvSpPr>
            <a:spLocks noGrp="1"/>
          </p:cNvSpPr>
          <p:nvPr>
            <p:ph type="body" sz="half" idx="1"/>
          </p:nvPr>
        </p:nvSpPr>
        <p:spPr>
          <a:xfrm>
            <a:off x="838200" y="1477962"/>
            <a:ext cx="3770313" cy="448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4760913" y="1477962"/>
            <a:ext cx="3770312"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4760913" y="3797300"/>
            <a:ext cx="3770312"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208418961"/>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a:prstGeom prst="rect">
            <a:avLst/>
          </a:prstGeom>
        </p:spPr>
        <p:txBody>
          <a:bodyPr/>
          <a:lstStyle/>
          <a:p>
            <a:r>
              <a:rPr lang="en-US"/>
              <a:t>Click to edit Master title style</a:t>
            </a:r>
            <a:endParaRPr lang="en-CA"/>
          </a:p>
        </p:txBody>
      </p:sp>
      <p:sp>
        <p:nvSpPr>
          <p:cNvPr id="3" name="Text Placeholder 2"/>
          <p:cNvSpPr>
            <a:spLocks noGrp="1"/>
          </p:cNvSpPr>
          <p:nvPr>
            <p:ph type="body" sz="half" idx="1"/>
          </p:nvPr>
        </p:nvSpPr>
        <p:spPr>
          <a:xfrm>
            <a:off x="838200" y="1477962"/>
            <a:ext cx="3770313" cy="448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760913" y="1477962"/>
            <a:ext cx="3770312" cy="448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61910201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a:prstGeom prst="rect">
            <a:avLst/>
          </a:prstGeom>
        </p:spPr>
        <p:txBody>
          <a:bodyPr/>
          <a:lstStyle/>
          <a:p>
            <a:r>
              <a:rPr lang="en-US"/>
              <a:t>Click to edit Master title style</a:t>
            </a:r>
            <a:endParaRPr lang="en-CA"/>
          </a:p>
        </p:txBody>
      </p:sp>
      <p:sp>
        <p:nvSpPr>
          <p:cNvPr id="3" name="Text Placeholder 2"/>
          <p:cNvSpPr>
            <a:spLocks noGrp="1"/>
          </p:cNvSpPr>
          <p:nvPr>
            <p:ph type="body" sz="half" idx="1"/>
          </p:nvPr>
        </p:nvSpPr>
        <p:spPr>
          <a:xfrm>
            <a:off x="838200" y="1477962"/>
            <a:ext cx="7693025"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838200" y="3797300"/>
            <a:ext cx="7693025"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19265458"/>
      </p:ext>
    </p:extLst>
  </p:cSld>
  <p:clrMapOvr>
    <a:masterClrMapping/>
  </p:clrMapOvr>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82459EF-C3BA-49A7-AA6E-8C3D28FF4987}"/>
              </a:ext>
            </a:extLst>
          </p:cNvPr>
          <p:cNvSpPr/>
          <p:nvPr/>
        </p:nvSpPr>
        <p:spPr>
          <a:xfrm>
            <a:off x="0" y="0"/>
            <a:ext cx="1905000" cy="129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4" name="Picture 3">
            <a:extLst>
              <a:ext uri="{FF2B5EF4-FFF2-40B4-BE49-F238E27FC236}">
                <a16:creationId xmlns:a16="http://schemas.microsoft.com/office/drawing/2014/main" id="{D7884638-52C2-4A9E-B39A-E34548F7058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81000" y="514350"/>
            <a:ext cx="4298950" cy="5581650"/>
          </a:xfrm>
          <a:prstGeom prst="rect">
            <a:avLst/>
          </a:prstGeom>
          <a:ln>
            <a:solidFill>
              <a:schemeClr val="tx1">
                <a:lumMod val="50000"/>
                <a:lumOff val="50000"/>
              </a:schemeClr>
            </a:solidFill>
          </a:ln>
        </p:spPr>
      </p:pic>
      <p:sp>
        <p:nvSpPr>
          <p:cNvPr id="5" name="Rectangle 4">
            <a:extLst>
              <a:ext uri="{FF2B5EF4-FFF2-40B4-BE49-F238E27FC236}">
                <a16:creationId xmlns:a16="http://schemas.microsoft.com/office/drawing/2014/main" id="{1229F46C-E87A-4CB9-A3CE-F5D42983C0C7}"/>
              </a:ext>
            </a:extLst>
          </p:cNvPr>
          <p:cNvSpPr/>
          <p:nvPr/>
        </p:nvSpPr>
        <p:spPr>
          <a:xfrm>
            <a:off x="8305800" y="6553200"/>
            <a:ext cx="6096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11" name="Rectangle 2"/>
          <p:cNvSpPr>
            <a:spLocks noGrp="1" noChangeArrowheads="1"/>
          </p:cNvSpPr>
          <p:nvPr>
            <p:ph type="subTitle" idx="1"/>
          </p:nvPr>
        </p:nvSpPr>
        <p:spPr>
          <a:xfrm>
            <a:off x="4087272" y="990600"/>
            <a:ext cx="4769280" cy="3041599"/>
          </a:xfrm>
        </p:spPr>
        <p:txBody>
          <a:bodyPr/>
          <a:lstStyle>
            <a:lvl1pPr marL="97921" indent="0" algn="l">
              <a:buFont typeface="Wingdings" pitchFamily="2" charset="2"/>
              <a:buNone/>
              <a:defRPr sz="3600">
                <a:solidFill>
                  <a:schemeClr val="tx1"/>
                </a:solidFill>
                <a:latin typeface="Palatino Linotype" pitchFamily="18" charset="0"/>
              </a:defRPr>
            </a:lvl1pPr>
          </a:lstStyle>
          <a:p>
            <a:r>
              <a:rPr lang="en-US"/>
              <a:t>Click to edit Master subtitle style</a:t>
            </a:r>
            <a:endParaRPr lang="en-US" dirty="0"/>
          </a:p>
        </p:txBody>
      </p:sp>
      <p:sp>
        <p:nvSpPr>
          <p:cNvPr id="6" name="Rectangle 5">
            <a:extLst>
              <a:ext uri="{FF2B5EF4-FFF2-40B4-BE49-F238E27FC236}">
                <a16:creationId xmlns:a16="http://schemas.microsoft.com/office/drawing/2014/main" id="{6159696B-15B8-418B-91D7-FB563B14897B}"/>
              </a:ext>
            </a:extLst>
          </p:cNvPr>
          <p:cNvSpPr/>
          <p:nvPr userDrawn="1"/>
        </p:nvSpPr>
        <p:spPr>
          <a:xfrm>
            <a:off x="0" y="0"/>
            <a:ext cx="1905000" cy="129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7" name="Picture 6">
            <a:extLst>
              <a:ext uri="{FF2B5EF4-FFF2-40B4-BE49-F238E27FC236}">
                <a16:creationId xmlns:a16="http://schemas.microsoft.com/office/drawing/2014/main" id="{D41ACD1B-8262-461A-B74A-DC830735DE5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81000" y="514350"/>
            <a:ext cx="4298950" cy="5581650"/>
          </a:xfrm>
          <a:prstGeom prst="rect">
            <a:avLst/>
          </a:prstGeom>
          <a:ln>
            <a:solidFill>
              <a:schemeClr val="tx1">
                <a:lumMod val="50000"/>
                <a:lumOff val="50000"/>
              </a:schemeClr>
            </a:solidFill>
          </a:ln>
        </p:spPr>
      </p:pic>
      <p:sp>
        <p:nvSpPr>
          <p:cNvPr id="8" name="Rectangle 7">
            <a:extLst>
              <a:ext uri="{FF2B5EF4-FFF2-40B4-BE49-F238E27FC236}">
                <a16:creationId xmlns:a16="http://schemas.microsoft.com/office/drawing/2014/main" id="{4292B424-A0FA-48A8-A293-BF8CA63624EC}"/>
              </a:ext>
            </a:extLst>
          </p:cNvPr>
          <p:cNvSpPr/>
          <p:nvPr userDrawn="1"/>
        </p:nvSpPr>
        <p:spPr>
          <a:xfrm>
            <a:off x="8305800" y="6553200"/>
            <a:ext cx="6096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Tree>
    <p:extLst>
      <p:ext uri="{BB962C8B-B14F-4D97-AF65-F5344CB8AC3E}">
        <p14:creationId xmlns:p14="http://schemas.microsoft.com/office/powerpoint/2010/main" val="34005837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Learning Objectives">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548640" y="152400"/>
            <a:ext cx="8046720" cy="1143000"/>
          </a:xfrm>
          <a:prstGeom prst="rect">
            <a:avLst/>
          </a:prstGeom>
        </p:spPr>
        <p:txBody>
          <a:bodyPr/>
          <a:lstStyle/>
          <a:p>
            <a:r>
              <a:rPr lang="en-US"/>
              <a:t>Click to edit Master title style</a:t>
            </a:r>
            <a:endParaRPr lang="en-US" dirty="0"/>
          </a:p>
        </p:txBody>
      </p:sp>
      <p:sp>
        <p:nvSpPr>
          <p:cNvPr id="15" name="Text Placeholder 14"/>
          <p:cNvSpPr>
            <a:spLocks noGrp="1"/>
          </p:cNvSpPr>
          <p:nvPr>
            <p:ph type="body" sz="quarter" idx="10"/>
          </p:nvPr>
        </p:nvSpPr>
        <p:spPr>
          <a:xfrm>
            <a:off x="770400" y="2057400"/>
            <a:ext cx="7630848" cy="3860180"/>
          </a:xfrm>
        </p:spPr>
        <p:txBody>
          <a:bodyPr/>
          <a:lstStyle>
            <a:lvl1pPr>
              <a:buSzPct val="60000"/>
              <a:defRPr sz="2900"/>
            </a:lvl1pPr>
            <a:lvl2pPr>
              <a:buSzPct val="60000"/>
              <a:defRPr sz="2500"/>
            </a:lvl2pPr>
            <a:lvl3pPr>
              <a:buSzPct val="60000"/>
              <a:defRPr sz="2200"/>
            </a:lvl3pPr>
            <a:lvl4pPr>
              <a:buSzPct val="60000"/>
              <a:defRPr sz="1800"/>
            </a:lvl4pPr>
            <a:lvl5pPr>
              <a:buSzPct val="60000"/>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02197036"/>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2628" y="770467"/>
            <a:ext cx="8086725" cy="3352800"/>
          </a:xfrm>
        </p:spPr>
        <p:txBody>
          <a:bodyPr anchor="b">
            <a:noAutofit/>
          </a:bodyPr>
          <a:lstStyle>
            <a:lvl1pPr algn="l">
              <a:lnSpc>
                <a:spcPct val="80000"/>
              </a:lnSpc>
              <a:defRPr sz="80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500634" y="4198409"/>
            <a:ext cx="6921151" cy="1645920"/>
          </a:xfrm>
        </p:spPr>
        <p:txBody>
          <a:bodyPr>
            <a:normAutofit/>
          </a:bodyPr>
          <a:lstStyle>
            <a:lvl1pPr marL="0" indent="0" algn="l">
              <a:buNone/>
              <a:defRPr sz="28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fld id="{5586B75A-687E-405C-8A0B-8D00578BA2C3}" type="datetimeFigureOut">
              <a:rPr lang="en-US" dirty="0"/>
              <a:pPr/>
              <a:t>1/8/2026</a:t>
            </a:fld>
            <a:endParaRPr lang="en-US" dirty="0"/>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79900798"/>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2D3E9E-A95C-48F2-B4BF-A71542E0BE9A}" type="datetimeFigureOut">
              <a:rPr lang="en-US" dirty="0"/>
              <a:t>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0632066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2628" y="767419"/>
            <a:ext cx="8085582" cy="3355848"/>
          </a:xfrm>
        </p:spPr>
        <p:txBody>
          <a:bodyPr anchor="b">
            <a:normAutofit/>
          </a:bodyPr>
          <a:lstStyle>
            <a:lvl1pPr>
              <a:lnSpc>
                <a:spcPct val="80000"/>
              </a:lnSpc>
              <a:defRPr sz="80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00634" y="4187275"/>
            <a:ext cx="6919722" cy="1645920"/>
          </a:xfrm>
        </p:spPr>
        <p:txBody>
          <a:bodyPr anchor="t">
            <a:normAutofit/>
          </a:bodyPr>
          <a:lstStyle>
            <a:lvl1pPr marL="0" indent="0">
              <a:buNone/>
              <a:defRPr sz="28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8231169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7492"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7738"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2952B5-7A2F-4CC8-B7CE-9234E21C2837}" type="datetimeFigureOut">
              <a:rPr lang="en-US" dirty="0"/>
              <a:t>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8755683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507492" y="2032000"/>
            <a:ext cx="3806190" cy="723400"/>
          </a:xfrm>
        </p:spPr>
        <p:txBody>
          <a:bodyPr anchor="ctr">
            <a:normAutofit/>
          </a:bodyPr>
          <a:lstStyle>
            <a:lvl1pPr marL="0" indent="0">
              <a:spcBef>
                <a:spcPts val="0"/>
              </a:spcBef>
              <a:buNone/>
              <a:defRPr sz="20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7492" y="2736150"/>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66310" y="2029968"/>
            <a:ext cx="3806190" cy="722376"/>
          </a:xfrm>
        </p:spPr>
        <p:txBody>
          <a:bodyPr anchor="ctr">
            <a:normAutofit/>
          </a:bodyPr>
          <a:lstStyle>
            <a:lvl1pPr marL="0" indent="0">
              <a:spcBef>
                <a:spcPts val="0"/>
              </a:spcBef>
              <a:buNone/>
              <a:defRPr sz="20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310" y="2734056"/>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1DA07A-9201-4B4B-BAF2-015AFA30F520}" type="datetimeFigureOut">
              <a:rPr lang="en-US" dirty="0"/>
              <a:t>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2826524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D7E00A-486F-4252-8B1D-E32645521F49}" type="datetimeFigureOut">
              <a:rPr lang="en-US" dirty="0"/>
              <a:t>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45448949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FigureOut">
              <a:rPr lang="en-US" dirty="0"/>
              <a:t>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4762192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5715000" y="0"/>
            <a:ext cx="3429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6196053" y="542282"/>
            <a:ext cx="2537460" cy="1920240"/>
          </a:xfrm>
        </p:spPr>
        <p:txBody>
          <a:bodyPr anchor="b">
            <a:noAutofit/>
          </a:bodyPr>
          <a:lstStyle>
            <a:lvl1pPr>
              <a:lnSpc>
                <a:spcPct val="85000"/>
              </a:lnSpc>
              <a:defRPr sz="36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1500" y="762000"/>
            <a:ext cx="4572000" cy="4572000"/>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06987" y="2511813"/>
            <a:ext cx="254889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5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AF6E2C9B-5FA2-460D-9BE7-B0812FC2A6FF}" type="datetimeFigureOut">
              <a:rPr lang="en-US" dirty="0"/>
              <a:t>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4359756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918" y="5418668"/>
            <a:ext cx="8085582" cy="613283"/>
          </a:xfrm>
        </p:spPr>
        <p:txBody>
          <a:bodyPr anchor="b">
            <a:normAutofit/>
          </a:bodyPr>
          <a:lstStyle>
            <a:lvl1pPr>
              <a:lnSpc>
                <a:spcPct val="85000"/>
              </a:lnSpc>
              <a:defRPr sz="28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9144000" cy="5330952"/>
          </a:xfrm>
          <a:solidFill>
            <a:schemeClr val="accent1">
              <a:lumMod val="40000"/>
              <a:lumOff val="60000"/>
            </a:schemeClr>
          </a:solidFill>
        </p:spPr>
        <p:txBody>
          <a:bodyPr anchor="t"/>
          <a:lstStyle>
            <a:lvl1pPr marL="0" indent="0" algn="ctr">
              <a:spcBef>
                <a:spcPts val="800"/>
              </a:spcBef>
              <a:buNone/>
              <a:defRPr sz="3200">
                <a:solidFill>
                  <a:srgbClr val="4D4D4D"/>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507492" y="5909735"/>
            <a:ext cx="6922008" cy="533400"/>
          </a:xfrm>
        </p:spPr>
        <p:txBody>
          <a:bodyPr>
            <a:normAutofit/>
          </a:bodyPr>
          <a:lstStyle>
            <a:lvl1pPr marL="0" indent="0">
              <a:lnSpc>
                <a:spcPct val="90000"/>
              </a:lnSpc>
              <a:spcBef>
                <a:spcPts val="1200"/>
              </a:spcBef>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alpha val="75000"/>
                  </a:srgbClr>
                </a:solidFill>
              </a:defRPr>
            </a:lvl1pPr>
          </a:lstStyle>
          <a:p>
            <a:fld id="{5586B75A-687E-405C-8A0B-8D00578BA2C3}" type="datetimeFigureOut">
              <a:rPr lang="en-US" dirty="0"/>
              <a:pPr/>
              <a:t>1/8/2026</a:t>
            </a:fld>
            <a:endParaRPr lang="en-US" dirty="0"/>
          </a:p>
        </p:txBody>
      </p:sp>
      <p:sp>
        <p:nvSpPr>
          <p:cNvPr id="6" name="Footer Placeholder 5"/>
          <p:cNvSpPr>
            <a:spLocks noGrp="1"/>
          </p:cNvSpPr>
          <p:nvPr>
            <p:ph type="ftr" sz="quarter" idx="11"/>
          </p:nvPr>
        </p:nvSpPr>
        <p:spPr/>
        <p:txBody>
          <a:bodyPr/>
          <a:lstStyle>
            <a:lvl1pPr>
              <a:defRPr>
                <a:solidFill>
                  <a:srgbClr val="FFFFFF">
                    <a:alpha val="75000"/>
                  </a:srgb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338363655"/>
      </p:ext>
    </p:extLst>
  </p:cSld>
  <p:clrMapOvr>
    <a:overrideClrMapping bg1="dk1" tx1="lt1" bg2="dk2" tx2="lt2" accent1="accent1" accent2="accent2" accent3="accent3" accent4="accent4" accent5="accent5" accent6="accent6" hlink="hlink" folHlink="folHlink"/>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4E5243-F52A-4D37-9694-EB26C6C31910}" type="datetimeFigureOut">
              <a:rPr lang="en-US" dirty="0"/>
              <a:t>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125653949"/>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7963" y="695325"/>
            <a:ext cx="1971675"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8644" y="714376"/>
            <a:ext cx="5800725"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77B6E1-634A-48DC-9E8B-D894023267EF}" type="datetimeFigureOut">
              <a:rPr lang="en-US" dirty="0"/>
              <a:t>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815413537"/>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11" name="Rectangle 2"/>
          <p:cNvSpPr>
            <a:spLocks noGrp="1" noChangeArrowheads="1"/>
          </p:cNvSpPr>
          <p:nvPr>
            <p:ph type="subTitle" idx="1"/>
          </p:nvPr>
        </p:nvSpPr>
        <p:spPr>
          <a:xfrm>
            <a:off x="4876800" y="990600"/>
            <a:ext cx="3979752" cy="3041599"/>
          </a:xfrm>
        </p:spPr>
        <p:txBody>
          <a:bodyPr/>
          <a:lstStyle>
            <a:lvl1pPr marL="97921" indent="0" algn="l">
              <a:buFont typeface="Wingdings" pitchFamily="2" charset="2"/>
              <a:buNone/>
              <a:defRPr sz="3600">
                <a:solidFill>
                  <a:schemeClr val="tx1"/>
                </a:solidFill>
                <a:latin typeface="Palatino Linotype" pitchFamily="18" charset="0"/>
              </a:defRPr>
            </a:lvl1pPr>
          </a:lstStyle>
          <a:p>
            <a:r>
              <a:rPr lang="en-US"/>
              <a:t>Click to edit Master subtitle style</a:t>
            </a:r>
            <a:endParaRPr lang="en-US" dirty="0"/>
          </a:p>
        </p:txBody>
      </p:sp>
      <p:sp>
        <p:nvSpPr>
          <p:cNvPr id="6" name="Rectangle 5">
            <a:extLst>
              <a:ext uri="{FF2B5EF4-FFF2-40B4-BE49-F238E27FC236}">
                <a16:creationId xmlns:a16="http://schemas.microsoft.com/office/drawing/2014/main" id="{8C1CDDC3-EA47-4ACA-94C9-2B5C3DC26353}"/>
              </a:ext>
            </a:extLst>
          </p:cNvPr>
          <p:cNvSpPr/>
          <p:nvPr userDrawn="1"/>
        </p:nvSpPr>
        <p:spPr>
          <a:xfrm>
            <a:off x="0" y="0"/>
            <a:ext cx="1905000" cy="129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7" name="Rectangle 6">
            <a:extLst>
              <a:ext uri="{FF2B5EF4-FFF2-40B4-BE49-F238E27FC236}">
                <a16:creationId xmlns:a16="http://schemas.microsoft.com/office/drawing/2014/main" id="{46B84625-3D8A-429E-A551-B0621CF83BDC}"/>
              </a:ext>
            </a:extLst>
          </p:cNvPr>
          <p:cNvSpPr/>
          <p:nvPr userDrawn="1"/>
        </p:nvSpPr>
        <p:spPr>
          <a:xfrm>
            <a:off x="8305800" y="6553200"/>
            <a:ext cx="6096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pic>
        <p:nvPicPr>
          <p:cNvPr id="8" name="Picture 10">
            <a:extLst>
              <a:ext uri="{FF2B5EF4-FFF2-40B4-BE49-F238E27FC236}">
                <a16:creationId xmlns:a16="http://schemas.microsoft.com/office/drawing/2014/main" id="{857DF8EB-99E4-4115-9A9D-17437D1B4C3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auto">
          <a:xfrm>
            <a:off x="352425" y="533480"/>
            <a:ext cx="4297362" cy="5579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17680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152400"/>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sz="quarter" idx="1"/>
          </p:nvPr>
        </p:nvSpPr>
        <p:spPr>
          <a:xfrm>
            <a:off x="838200" y="1477962"/>
            <a:ext cx="3770313"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4760913" y="1477962"/>
            <a:ext cx="3770312"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838200" y="3797300"/>
            <a:ext cx="3770313"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Content Placeholder 5"/>
          <p:cNvSpPr>
            <a:spLocks noGrp="1"/>
          </p:cNvSpPr>
          <p:nvPr>
            <p:ph sz="quarter" idx="4"/>
          </p:nvPr>
        </p:nvSpPr>
        <p:spPr>
          <a:xfrm>
            <a:off x="4760913" y="3797300"/>
            <a:ext cx="3770312"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215727905"/>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sz="half" idx="1"/>
          </p:nvPr>
        </p:nvSpPr>
        <p:spPr>
          <a:xfrm>
            <a:off x="838200" y="1477962"/>
            <a:ext cx="3770313" cy="448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4760913" y="1477962"/>
            <a:ext cx="3770312"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4760913" y="3797300"/>
            <a:ext cx="3770312"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783988108"/>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a:prstGeom prst="rect">
            <a:avLst/>
          </a:prstGeom>
        </p:spPr>
        <p:txBody>
          <a:bodyPr/>
          <a:lstStyle/>
          <a:p>
            <a:r>
              <a:rPr lang="en-US"/>
              <a:t>Click to edit Master title style</a:t>
            </a:r>
            <a:endParaRPr lang="en-CA"/>
          </a:p>
        </p:txBody>
      </p:sp>
      <p:sp>
        <p:nvSpPr>
          <p:cNvPr id="3" name="Text Placeholder 2"/>
          <p:cNvSpPr>
            <a:spLocks noGrp="1"/>
          </p:cNvSpPr>
          <p:nvPr>
            <p:ph type="body" sz="half" idx="1"/>
          </p:nvPr>
        </p:nvSpPr>
        <p:spPr>
          <a:xfrm>
            <a:off x="838200" y="1477962"/>
            <a:ext cx="3770313" cy="448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4760913" y="1477962"/>
            <a:ext cx="3770312"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4760913" y="3797300"/>
            <a:ext cx="3770312"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636437951"/>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a:prstGeom prst="rect">
            <a:avLst/>
          </a:prstGeom>
        </p:spPr>
        <p:txBody>
          <a:bodyPr/>
          <a:lstStyle/>
          <a:p>
            <a:r>
              <a:rPr lang="en-US"/>
              <a:t>Click to edit Master title style</a:t>
            </a:r>
            <a:endParaRPr lang="en-CA"/>
          </a:p>
        </p:txBody>
      </p:sp>
      <p:sp>
        <p:nvSpPr>
          <p:cNvPr id="3" name="Text Placeholder 2"/>
          <p:cNvSpPr>
            <a:spLocks noGrp="1"/>
          </p:cNvSpPr>
          <p:nvPr>
            <p:ph type="body" sz="half" idx="1"/>
          </p:nvPr>
        </p:nvSpPr>
        <p:spPr>
          <a:xfrm>
            <a:off x="838200" y="1477962"/>
            <a:ext cx="3770313" cy="448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760913" y="1477962"/>
            <a:ext cx="3770312" cy="448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9980651"/>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a:prstGeom prst="rect">
            <a:avLst/>
          </a:prstGeom>
        </p:spPr>
        <p:txBody>
          <a:bodyPr/>
          <a:lstStyle/>
          <a:p>
            <a:r>
              <a:rPr lang="en-US"/>
              <a:t>Click to edit Master title style</a:t>
            </a:r>
            <a:endParaRPr lang="en-CA"/>
          </a:p>
        </p:txBody>
      </p:sp>
      <p:sp>
        <p:nvSpPr>
          <p:cNvPr id="3" name="Text Placeholder 2"/>
          <p:cNvSpPr>
            <a:spLocks noGrp="1"/>
          </p:cNvSpPr>
          <p:nvPr>
            <p:ph type="body" sz="half" idx="1"/>
          </p:nvPr>
        </p:nvSpPr>
        <p:spPr>
          <a:xfrm>
            <a:off x="838200" y="1477962"/>
            <a:ext cx="7693025" cy="2166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838200" y="3797300"/>
            <a:ext cx="7693025" cy="2166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136630050"/>
      </p:ext>
    </p:extLst>
  </p:cSld>
  <p:clrMapOvr>
    <a:masterClrMapping/>
  </p:clrMapOvr>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image" Target="../media/image5.jpe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image" Target="../media/image2.jpeg"/><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theme" Target="../theme/theme3.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19" Type="http://schemas.openxmlformats.org/officeDocument/2006/relationships/image" Target="../media/image2.jpeg"/><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DD5A088-9535-4F02-912C-04F4FEA69618}"/>
              </a:ext>
            </a:extLst>
          </p:cNvPr>
          <p:cNvPicPr>
            <a:picLocks noChangeAspect="1"/>
          </p:cNvPicPr>
          <p:nvPr userDrawn="1"/>
        </p:nvPicPr>
        <p:blipFill>
          <a:blip r:embed="rId18">
            <a:extLst>
              <a:ext uri="{28A0092B-C50C-407E-A947-70E740481C1C}">
                <a14:useLocalDpi xmlns:a14="http://schemas.microsoft.com/office/drawing/2010/main" val="0"/>
              </a:ext>
            </a:extLst>
          </a:blip>
          <a:srcRect t="8685" b="8685"/>
          <a:stretch/>
        </p:blipFill>
        <p:spPr bwMode="auto">
          <a:xfrm>
            <a:off x="73025" y="63500"/>
            <a:ext cx="102235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a:extLst>
              <a:ext uri="{FF2B5EF4-FFF2-40B4-BE49-F238E27FC236}">
                <a16:creationId xmlns:a16="http://schemas.microsoft.com/office/drawing/2014/main" id="{AE7C2DB3-9449-47D1-AF08-C058DC579480}"/>
              </a:ext>
            </a:extLst>
          </p:cNvPr>
          <p:cNvSpPr>
            <a:spLocks noGrp="1"/>
          </p:cNvSpPr>
          <p:nvPr>
            <p:ph type="title"/>
          </p:nvPr>
        </p:nvSpPr>
        <p:spPr>
          <a:xfrm>
            <a:off x="1146175" y="152400"/>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1028" name="Text Placeholder 2">
            <a:extLst>
              <a:ext uri="{FF2B5EF4-FFF2-40B4-BE49-F238E27FC236}">
                <a16:creationId xmlns:a16="http://schemas.microsoft.com/office/drawing/2014/main" id="{7467FA92-9DE8-412E-988C-5F3C89D539CD}"/>
              </a:ext>
            </a:extLst>
          </p:cNvPr>
          <p:cNvSpPr>
            <a:spLocks noGrp="1"/>
          </p:cNvSpPr>
          <p:nvPr>
            <p:ph type="body" idx="1"/>
          </p:nvPr>
        </p:nvSpPr>
        <p:spPr bwMode="auto">
          <a:xfrm>
            <a:off x="457200" y="1752600"/>
            <a:ext cx="7620000"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7" name="Rectangle 6">
            <a:extLst>
              <a:ext uri="{FF2B5EF4-FFF2-40B4-BE49-F238E27FC236}">
                <a16:creationId xmlns:a16="http://schemas.microsoft.com/office/drawing/2014/main" id="{6CC09228-278C-4301-92C3-5AB752D5041A}"/>
              </a:ext>
            </a:extLst>
          </p:cNvPr>
          <p:cNvSpPr/>
          <p:nvPr/>
        </p:nvSpPr>
        <p:spPr>
          <a:xfrm>
            <a:off x="9001125" y="0"/>
            <a:ext cx="142875" cy="1371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8" name="Rectangle 7">
            <a:extLst>
              <a:ext uri="{FF2B5EF4-FFF2-40B4-BE49-F238E27FC236}">
                <a16:creationId xmlns:a16="http://schemas.microsoft.com/office/drawing/2014/main" id="{69DCC058-B92B-417B-B9DD-72DDF4D3C6C2}"/>
              </a:ext>
            </a:extLst>
          </p:cNvPr>
          <p:cNvSpPr/>
          <p:nvPr/>
        </p:nvSpPr>
        <p:spPr>
          <a:xfrm>
            <a:off x="9001125" y="1371600"/>
            <a:ext cx="142875"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1031" name="TextBox 10">
            <a:extLst>
              <a:ext uri="{FF2B5EF4-FFF2-40B4-BE49-F238E27FC236}">
                <a16:creationId xmlns:a16="http://schemas.microsoft.com/office/drawing/2014/main" id="{EA1F642D-67D6-4263-844F-82351BB638DB}"/>
              </a:ext>
            </a:extLst>
          </p:cNvPr>
          <p:cNvSpPr txBox="1">
            <a:spLocks noChangeArrowheads="1"/>
          </p:cNvSpPr>
          <p:nvPr userDrawn="1"/>
        </p:nvSpPr>
        <p:spPr bwMode="auto">
          <a:xfrm>
            <a:off x="8534400" y="6527800"/>
            <a:ext cx="59372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400" b="1" dirty="0">
                <a:latin typeface="Calibri" panose="020F0502020204030204" pitchFamily="34" charset="0"/>
              </a:rPr>
              <a:t>1-</a:t>
            </a:r>
            <a:fld id="{6E2BC0ED-60C0-4BB6-8AC0-7B127C708E22}" type="slidenum">
              <a:rPr lang="en-US" altLang="en-US" sz="1400" b="1" smtClean="0">
                <a:latin typeface="Calibri" panose="020F0502020204030204" pitchFamily="34" charset="0"/>
              </a:rPr>
              <a:pPr eaLnBrk="1" hangingPunct="1">
                <a:defRPr/>
              </a:pPr>
              <a:t>‹#›</a:t>
            </a:fld>
            <a:endParaRPr lang="en-US" altLang="en-US" sz="1400" b="1" dirty="0">
              <a:latin typeface="Calibri" panose="020F0502020204030204" pitchFamily="34" charset="0"/>
            </a:endParaRPr>
          </a:p>
        </p:txBody>
      </p:sp>
      <p:sp>
        <p:nvSpPr>
          <p:cNvPr id="1032" name="TextBox 3">
            <a:extLst>
              <a:ext uri="{FF2B5EF4-FFF2-40B4-BE49-F238E27FC236}">
                <a16:creationId xmlns:a16="http://schemas.microsoft.com/office/drawing/2014/main" id="{0B7999C0-935B-4F42-8708-A6EE7DC02873}"/>
              </a:ext>
            </a:extLst>
          </p:cNvPr>
          <p:cNvSpPr txBox="1">
            <a:spLocks noChangeArrowheads="1"/>
          </p:cNvSpPr>
          <p:nvPr userDrawn="1"/>
        </p:nvSpPr>
        <p:spPr bwMode="auto">
          <a:xfrm>
            <a:off x="3200400" y="6497638"/>
            <a:ext cx="22914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400" b="1" dirty="0">
                <a:latin typeface="Calibri" panose="020F0502020204030204" pitchFamily="34" charset="0"/>
              </a:rPr>
              <a:t>© 2023 McGraw Hill Limited</a:t>
            </a:r>
          </a:p>
        </p:txBody>
      </p:sp>
    </p:spTree>
  </p:cSld>
  <p:clrMap bg1="lt1" tx1="dk1" bg2="lt2" tx2="dk2" accent1="accent1" accent2="accent2" accent3="accent3" accent4="accent4" accent5="accent5" accent6="accent6" hlink="hlink" folHlink="folHlink"/>
  <p:sldLayoutIdLst>
    <p:sldLayoutId id="2147484037" r:id="rId1"/>
    <p:sldLayoutId id="2147484030" r:id="rId2"/>
    <p:sldLayoutId id="2147484031" r:id="rId3"/>
    <p:sldLayoutId id="2147484032" r:id="rId4"/>
    <p:sldLayoutId id="2147484033" r:id="rId5"/>
    <p:sldLayoutId id="2147484034" r:id="rId6"/>
    <p:sldLayoutId id="2147484035" r:id="rId7"/>
    <p:sldLayoutId id="2147484036" r:id="rId8"/>
    <p:sldLayoutId id="2147484038" r:id="rId9"/>
    <p:sldLayoutId id="2147484039" r:id="rId10"/>
    <p:sldLayoutId id="2147484040" r:id="rId11"/>
    <p:sldLayoutId id="2147484041" r:id="rId12"/>
    <p:sldLayoutId id="2147484042" r:id="rId13"/>
    <p:sldLayoutId id="2147484043" r:id="rId14"/>
    <p:sldLayoutId id="2147484044" r:id="rId15"/>
    <p:sldLayoutId id="2147484045" r:id="rId16"/>
  </p:sldLayoutIdLst>
  <p:hf hdr="0" dt="0"/>
  <p:txStyles>
    <p:titleStyle>
      <a:lvl1pPr algn="l" rtl="0" eaLnBrk="0" fontAlgn="base" hangingPunct="0">
        <a:spcBef>
          <a:spcPct val="0"/>
        </a:spcBef>
        <a:spcAft>
          <a:spcPct val="0"/>
        </a:spcAft>
        <a:defRPr sz="3600" kern="1200" cap="all" spc="-6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Calibri" pitchFamily="34" charset="0"/>
        </a:defRPr>
      </a:lvl2pPr>
      <a:lvl3pPr algn="l" rtl="0" eaLnBrk="0" fontAlgn="base" hangingPunct="0">
        <a:spcBef>
          <a:spcPct val="0"/>
        </a:spcBef>
        <a:spcAft>
          <a:spcPct val="0"/>
        </a:spcAft>
        <a:defRPr sz="3600">
          <a:solidFill>
            <a:schemeClr val="tx2"/>
          </a:solidFill>
          <a:latin typeface="Calibri" pitchFamily="34" charset="0"/>
        </a:defRPr>
      </a:lvl3pPr>
      <a:lvl4pPr algn="l" rtl="0" eaLnBrk="0" fontAlgn="base" hangingPunct="0">
        <a:spcBef>
          <a:spcPct val="0"/>
        </a:spcBef>
        <a:spcAft>
          <a:spcPct val="0"/>
        </a:spcAft>
        <a:defRPr sz="3600">
          <a:solidFill>
            <a:schemeClr val="tx2"/>
          </a:solidFill>
          <a:latin typeface="Calibri" pitchFamily="34" charset="0"/>
        </a:defRPr>
      </a:lvl4pPr>
      <a:lvl5pPr algn="l" rtl="0" eaLnBrk="0" fontAlgn="base" hangingPunct="0">
        <a:spcBef>
          <a:spcPct val="0"/>
        </a:spcBef>
        <a:spcAft>
          <a:spcPct val="0"/>
        </a:spcAft>
        <a:defRPr sz="3600">
          <a:solidFill>
            <a:schemeClr val="tx2"/>
          </a:solidFill>
          <a:latin typeface="Calibri" pitchFamily="34" charset="0"/>
        </a:defRPr>
      </a:lvl5pPr>
      <a:lvl6pPr marL="457200" algn="l" rtl="0" fontAlgn="base">
        <a:spcBef>
          <a:spcPct val="0"/>
        </a:spcBef>
        <a:spcAft>
          <a:spcPct val="0"/>
        </a:spcAft>
        <a:defRPr sz="3600">
          <a:solidFill>
            <a:schemeClr val="tx2"/>
          </a:solidFill>
          <a:latin typeface="Calibri" pitchFamily="34" charset="0"/>
        </a:defRPr>
      </a:lvl6pPr>
      <a:lvl7pPr marL="914400" algn="l" rtl="0" fontAlgn="base">
        <a:spcBef>
          <a:spcPct val="0"/>
        </a:spcBef>
        <a:spcAft>
          <a:spcPct val="0"/>
        </a:spcAft>
        <a:defRPr sz="3600">
          <a:solidFill>
            <a:schemeClr val="tx2"/>
          </a:solidFill>
          <a:latin typeface="Calibri" pitchFamily="34" charset="0"/>
        </a:defRPr>
      </a:lvl7pPr>
      <a:lvl8pPr marL="1371600" algn="l" rtl="0" fontAlgn="base">
        <a:spcBef>
          <a:spcPct val="0"/>
        </a:spcBef>
        <a:spcAft>
          <a:spcPct val="0"/>
        </a:spcAft>
        <a:defRPr sz="3600">
          <a:solidFill>
            <a:schemeClr val="tx2"/>
          </a:solidFill>
          <a:latin typeface="Calibri" pitchFamily="34" charset="0"/>
        </a:defRPr>
      </a:lvl8pPr>
      <a:lvl9pPr marL="1828800" algn="l" rtl="0" fontAlgn="base">
        <a:spcBef>
          <a:spcPct val="0"/>
        </a:spcBef>
        <a:spcAft>
          <a:spcPct val="0"/>
        </a:spcAft>
        <a:defRPr sz="3600">
          <a:solidFill>
            <a:schemeClr val="tx2"/>
          </a:solidFill>
          <a:latin typeface="Calibri" pitchFamily="34" charset="0"/>
        </a:defRPr>
      </a:lvl9pPr>
    </p:titleStyle>
    <p:bodyStyle>
      <a:lvl1pPr algn="l" rtl="0" eaLnBrk="0" fontAlgn="base" hangingPunct="0">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563" algn="l" rtl="0" eaLnBrk="0" fontAlgn="base" hangingPunct="0">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DD5A088-9535-4F02-912C-04F4FEA69618}"/>
              </a:ext>
            </a:extLst>
          </p:cNvPr>
          <p:cNvPicPr>
            <a:picLocks noChangeAspect="1"/>
          </p:cNvPicPr>
          <p:nvPr/>
        </p:nvPicPr>
        <p:blipFill>
          <a:blip r:embed="rId18" cstate="email">
            <a:extLst>
              <a:ext uri="{28A0092B-C50C-407E-A947-70E740481C1C}">
                <a14:useLocalDpi xmlns:a14="http://schemas.microsoft.com/office/drawing/2010/main"/>
              </a:ext>
            </a:extLst>
          </a:blip>
          <a:srcRect l="7849" r="7849"/>
          <a:stretch/>
        </p:blipFill>
        <p:spPr bwMode="auto">
          <a:xfrm>
            <a:off x="73025" y="63500"/>
            <a:ext cx="102235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a:extLst>
              <a:ext uri="{FF2B5EF4-FFF2-40B4-BE49-F238E27FC236}">
                <a16:creationId xmlns:a16="http://schemas.microsoft.com/office/drawing/2014/main" id="{AE7C2DB3-9449-47D1-AF08-C058DC579480}"/>
              </a:ext>
            </a:extLst>
          </p:cNvPr>
          <p:cNvSpPr>
            <a:spLocks noGrp="1"/>
          </p:cNvSpPr>
          <p:nvPr>
            <p:ph type="title"/>
          </p:nvPr>
        </p:nvSpPr>
        <p:spPr>
          <a:xfrm>
            <a:off x="1146175" y="152400"/>
            <a:ext cx="5791200" cy="13716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8" name="Text Placeholder 2">
            <a:extLst>
              <a:ext uri="{FF2B5EF4-FFF2-40B4-BE49-F238E27FC236}">
                <a16:creationId xmlns:a16="http://schemas.microsoft.com/office/drawing/2014/main" id="{7467FA92-9DE8-412E-988C-5F3C89D539CD}"/>
              </a:ext>
            </a:extLst>
          </p:cNvPr>
          <p:cNvSpPr>
            <a:spLocks noGrp="1"/>
          </p:cNvSpPr>
          <p:nvPr>
            <p:ph type="body" idx="1"/>
          </p:nvPr>
        </p:nvSpPr>
        <p:spPr bwMode="auto">
          <a:xfrm>
            <a:off x="457200" y="1752600"/>
            <a:ext cx="7620000"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7" name="Rectangle 6">
            <a:extLst>
              <a:ext uri="{FF2B5EF4-FFF2-40B4-BE49-F238E27FC236}">
                <a16:creationId xmlns:a16="http://schemas.microsoft.com/office/drawing/2014/main" id="{6CC09228-278C-4301-92C3-5AB752D5041A}"/>
              </a:ext>
            </a:extLst>
          </p:cNvPr>
          <p:cNvSpPr/>
          <p:nvPr/>
        </p:nvSpPr>
        <p:spPr>
          <a:xfrm>
            <a:off x="9001125" y="0"/>
            <a:ext cx="142875" cy="13716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8" name="Rectangle 7">
            <a:extLst>
              <a:ext uri="{FF2B5EF4-FFF2-40B4-BE49-F238E27FC236}">
                <a16:creationId xmlns:a16="http://schemas.microsoft.com/office/drawing/2014/main" id="{69DCC058-B92B-417B-B9DD-72DDF4D3C6C2}"/>
              </a:ext>
            </a:extLst>
          </p:cNvPr>
          <p:cNvSpPr/>
          <p:nvPr/>
        </p:nvSpPr>
        <p:spPr>
          <a:xfrm>
            <a:off x="9001125" y="1371600"/>
            <a:ext cx="142875"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1031" name="TextBox 10">
            <a:extLst>
              <a:ext uri="{FF2B5EF4-FFF2-40B4-BE49-F238E27FC236}">
                <a16:creationId xmlns:a16="http://schemas.microsoft.com/office/drawing/2014/main" id="{EA1F642D-67D6-4263-844F-82351BB638DB}"/>
              </a:ext>
            </a:extLst>
          </p:cNvPr>
          <p:cNvSpPr txBox="1">
            <a:spLocks noChangeArrowheads="1"/>
          </p:cNvSpPr>
          <p:nvPr/>
        </p:nvSpPr>
        <p:spPr bwMode="auto">
          <a:xfrm>
            <a:off x="8534400" y="6527800"/>
            <a:ext cx="593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400" b="1" dirty="0">
                <a:latin typeface="Calibri" panose="020F0502020204030204" pitchFamily="34" charset="0"/>
              </a:rPr>
              <a:t>1-</a:t>
            </a:r>
            <a:fld id="{6E2BC0ED-60C0-4BB6-8AC0-7B127C708E22}" type="slidenum">
              <a:rPr lang="en-US" altLang="en-US" sz="1400" b="1" smtClean="0">
                <a:latin typeface="Calibri" panose="020F0502020204030204" pitchFamily="34" charset="0"/>
              </a:rPr>
              <a:pPr eaLnBrk="1" hangingPunct="1">
                <a:defRPr/>
              </a:pPr>
              <a:t>‹#›</a:t>
            </a:fld>
            <a:endParaRPr lang="en-US" altLang="en-US" sz="1400" b="1" dirty="0">
              <a:latin typeface="Calibri" panose="020F0502020204030204" pitchFamily="34" charset="0"/>
            </a:endParaRPr>
          </a:p>
        </p:txBody>
      </p:sp>
      <p:sp>
        <p:nvSpPr>
          <p:cNvPr id="1032" name="TextBox 3">
            <a:extLst>
              <a:ext uri="{FF2B5EF4-FFF2-40B4-BE49-F238E27FC236}">
                <a16:creationId xmlns:a16="http://schemas.microsoft.com/office/drawing/2014/main" id="{0B7999C0-935B-4F42-8708-A6EE7DC02873}"/>
              </a:ext>
            </a:extLst>
          </p:cNvPr>
          <p:cNvSpPr txBox="1">
            <a:spLocks noChangeArrowheads="1"/>
          </p:cNvSpPr>
          <p:nvPr/>
        </p:nvSpPr>
        <p:spPr bwMode="auto">
          <a:xfrm>
            <a:off x="3200400" y="6497638"/>
            <a:ext cx="22914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400" b="1" dirty="0">
                <a:latin typeface="Calibri" panose="020F0502020204030204" pitchFamily="34" charset="0"/>
              </a:rPr>
              <a:t>© 2023 McGraw Hill Limited</a:t>
            </a:r>
          </a:p>
        </p:txBody>
      </p:sp>
      <p:pic>
        <p:nvPicPr>
          <p:cNvPr id="9" name="Picture 2">
            <a:extLst>
              <a:ext uri="{FF2B5EF4-FFF2-40B4-BE49-F238E27FC236}">
                <a16:creationId xmlns:a16="http://schemas.microsoft.com/office/drawing/2014/main" id="{1C1E844B-880C-4F4F-91C0-3800E2DC8B19}"/>
              </a:ext>
            </a:extLst>
          </p:cNvPr>
          <p:cNvPicPr>
            <a:picLocks noChangeAspect="1"/>
          </p:cNvPicPr>
          <p:nvPr userDrawn="1"/>
        </p:nvPicPr>
        <p:blipFill>
          <a:blip r:embed="rId19">
            <a:extLst>
              <a:ext uri="{28A0092B-C50C-407E-A947-70E740481C1C}">
                <a14:useLocalDpi xmlns:a14="http://schemas.microsoft.com/office/drawing/2010/main" val="0"/>
              </a:ext>
            </a:extLst>
          </a:blip>
          <a:srcRect t="8685" b="8685"/>
          <a:stretch/>
        </p:blipFill>
        <p:spPr bwMode="auto">
          <a:xfrm>
            <a:off x="73025" y="63500"/>
            <a:ext cx="102235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7411057"/>
      </p:ext>
    </p:extLst>
  </p:cSld>
  <p:clrMap bg1="lt1" tx1="dk1" bg2="lt2" tx2="dk2" accent1="accent1" accent2="accent2" accent3="accent3" accent4="accent4" accent5="accent5" accent6="accent6" hlink="hlink" folHlink="folHlink"/>
  <p:sldLayoutIdLst>
    <p:sldLayoutId id="2147484047" r:id="rId1"/>
    <p:sldLayoutId id="2147484048" r:id="rId2"/>
    <p:sldLayoutId id="2147484049" r:id="rId3"/>
    <p:sldLayoutId id="2147484050" r:id="rId4"/>
    <p:sldLayoutId id="2147484051" r:id="rId5"/>
    <p:sldLayoutId id="2147484052" r:id="rId6"/>
    <p:sldLayoutId id="2147484053" r:id="rId7"/>
    <p:sldLayoutId id="2147484054" r:id="rId8"/>
    <p:sldLayoutId id="2147484055" r:id="rId9"/>
    <p:sldLayoutId id="2147484056" r:id="rId10"/>
    <p:sldLayoutId id="2147484057" r:id="rId11"/>
    <p:sldLayoutId id="2147484058" r:id="rId12"/>
    <p:sldLayoutId id="2147484059" r:id="rId13"/>
    <p:sldLayoutId id="2147484060" r:id="rId14"/>
    <p:sldLayoutId id="2147484061" r:id="rId15"/>
    <p:sldLayoutId id="2147484062" r:id="rId16"/>
  </p:sldLayoutIdLst>
  <p:hf hdr="0" dt="0"/>
  <p:txStyles>
    <p:titleStyle>
      <a:lvl1pPr algn="l" rtl="0" eaLnBrk="1" fontAlgn="base" hangingPunct="1">
        <a:spcBef>
          <a:spcPct val="0"/>
        </a:spcBef>
        <a:spcAft>
          <a:spcPct val="0"/>
        </a:spcAft>
        <a:defRPr sz="3600" kern="1200" cap="all" spc="-60">
          <a:solidFill>
            <a:schemeClr val="tx2"/>
          </a:solidFill>
          <a:latin typeface="+mj-lt"/>
          <a:ea typeface="+mj-ea"/>
          <a:cs typeface="+mj-cs"/>
        </a:defRPr>
      </a:lvl1pPr>
      <a:lvl2pPr algn="l" rtl="0" eaLnBrk="1" fontAlgn="base" hangingPunct="1">
        <a:spcBef>
          <a:spcPct val="0"/>
        </a:spcBef>
        <a:spcAft>
          <a:spcPct val="0"/>
        </a:spcAft>
        <a:defRPr sz="3600">
          <a:solidFill>
            <a:schemeClr val="tx2"/>
          </a:solidFill>
          <a:latin typeface="Calibri" pitchFamily="34" charset="0"/>
        </a:defRPr>
      </a:lvl2pPr>
      <a:lvl3pPr algn="l" rtl="0" eaLnBrk="1" fontAlgn="base" hangingPunct="1">
        <a:spcBef>
          <a:spcPct val="0"/>
        </a:spcBef>
        <a:spcAft>
          <a:spcPct val="0"/>
        </a:spcAft>
        <a:defRPr sz="3600">
          <a:solidFill>
            <a:schemeClr val="tx2"/>
          </a:solidFill>
          <a:latin typeface="Calibri" pitchFamily="34" charset="0"/>
        </a:defRPr>
      </a:lvl3pPr>
      <a:lvl4pPr algn="l" rtl="0" eaLnBrk="1" fontAlgn="base" hangingPunct="1">
        <a:spcBef>
          <a:spcPct val="0"/>
        </a:spcBef>
        <a:spcAft>
          <a:spcPct val="0"/>
        </a:spcAft>
        <a:defRPr sz="3600">
          <a:solidFill>
            <a:schemeClr val="tx2"/>
          </a:solidFill>
          <a:latin typeface="Calibri" pitchFamily="34" charset="0"/>
        </a:defRPr>
      </a:lvl4pPr>
      <a:lvl5pPr algn="l" rtl="0" eaLnBrk="1" fontAlgn="base" hangingPunct="1">
        <a:spcBef>
          <a:spcPct val="0"/>
        </a:spcBef>
        <a:spcAft>
          <a:spcPct val="0"/>
        </a:spcAft>
        <a:defRPr sz="3600">
          <a:solidFill>
            <a:schemeClr val="tx2"/>
          </a:solidFill>
          <a:latin typeface="Calibri" pitchFamily="34" charset="0"/>
        </a:defRPr>
      </a:lvl5pPr>
      <a:lvl6pPr marL="457200" algn="l" rtl="0" eaLnBrk="1" fontAlgn="base" hangingPunct="1">
        <a:spcBef>
          <a:spcPct val="0"/>
        </a:spcBef>
        <a:spcAft>
          <a:spcPct val="0"/>
        </a:spcAft>
        <a:defRPr sz="3600">
          <a:solidFill>
            <a:schemeClr val="tx2"/>
          </a:solidFill>
          <a:latin typeface="Calibri" pitchFamily="34" charset="0"/>
        </a:defRPr>
      </a:lvl6pPr>
      <a:lvl7pPr marL="914400" algn="l" rtl="0" eaLnBrk="1" fontAlgn="base" hangingPunct="1">
        <a:spcBef>
          <a:spcPct val="0"/>
        </a:spcBef>
        <a:spcAft>
          <a:spcPct val="0"/>
        </a:spcAft>
        <a:defRPr sz="3600">
          <a:solidFill>
            <a:schemeClr val="tx2"/>
          </a:solidFill>
          <a:latin typeface="Calibri" pitchFamily="34" charset="0"/>
        </a:defRPr>
      </a:lvl7pPr>
      <a:lvl8pPr marL="1371600" algn="l" rtl="0" eaLnBrk="1" fontAlgn="base" hangingPunct="1">
        <a:spcBef>
          <a:spcPct val="0"/>
        </a:spcBef>
        <a:spcAft>
          <a:spcPct val="0"/>
        </a:spcAft>
        <a:defRPr sz="3600">
          <a:solidFill>
            <a:schemeClr val="tx2"/>
          </a:solidFill>
          <a:latin typeface="Calibri" pitchFamily="34" charset="0"/>
        </a:defRPr>
      </a:lvl8pPr>
      <a:lvl9pPr marL="1828800" algn="l" rtl="0" eaLnBrk="1" fontAlgn="base" hangingPunct="1">
        <a:spcBef>
          <a:spcPct val="0"/>
        </a:spcBef>
        <a:spcAft>
          <a:spcPct val="0"/>
        </a:spcAft>
        <a:defRPr sz="3600">
          <a:solidFill>
            <a:schemeClr val="tx2"/>
          </a:solidFill>
          <a:latin typeface="Calibri" pitchFamily="34" charset="0"/>
        </a:defRPr>
      </a:lvl9pPr>
    </p:titleStyle>
    <p:bodyStyle>
      <a:lvl1pPr algn="l" rtl="0" eaLnBrk="1" fontAlgn="base" hangingPunct="1">
        <a:spcBef>
          <a:spcPct val="20000"/>
        </a:spcBef>
        <a:spcAft>
          <a:spcPts val="600"/>
        </a:spcAft>
        <a:buFont typeface="Arial" panose="020B0604020202020204" pitchFamily="34" charset="0"/>
        <a:defRPr sz="2000" b="1" kern="1200">
          <a:solidFill>
            <a:schemeClr val="tx1"/>
          </a:solidFill>
          <a:latin typeface="+mn-lt"/>
          <a:ea typeface="+mn-ea"/>
          <a:cs typeface="+mn-cs"/>
        </a:defRPr>
      </a:lvl1pPr>
      <a:lvl2pPr marL="457200" indent="-182563" algn="l" rtl="0" eaLnBrk="1" fontAlgn="base" hangingPunct="1">
        <a:spcBef>
          <a:spcPct val="20000"/>
        </a:spcBef>
        <a:spcAft>
          <a:spcPct val="0"/>
        </a:spcAft>
        <a:buClr>
          <a:schemeClr val="tx2"/>
        </a:buClr>
        <a:buFont typeface="Arial" panose="020B0604020202020204" pitchFamily="34" charset="0"/>
        <a:buChar char="•"/>
        <a:defRPr sz="20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spcBef>
          <a:spcPct val="20000"/>
        </a:spcBef>
        <a:spcAft>
          <a:spcPct val="0"/>
        </a:spcAft>
        <a:buClr>
          <a:schemeClr val="tx2"/>
        </a:buClr>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2919" y="499533"/>
            <a:ext cx="8079581"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07206" y="1993393"/>
            <a:ext cx="8065294"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4350" y="6412447"/>
            <a:ext cx="3086100" cy="228600"/>
          </a:xfrm>
          <a:prstGeom prst="rect">
            <a:avLst/>
          </a:prstGeom>
        </p:spPr>
        <p:txBody>
          <a:bodyPr vert="horz" lIns="91440" tIns="45720" rIns="91440" bIns="45720" rtlCol="0" anchor="ctr"/>
          <a:lstStyle>
            <a:lvl1pPr algn="l">
              <a:defRPr sz="950">
                <a:solidFill>
                  <a:schemeClr val="tx1">
                    <a:alpha val="75000"/>
                  </a:schemeClr>
                </a:solidFill>
              </a:defRPr>
            </a:lvl1pPr>
          </a:lstStyle>
          <a:p>
            <a:fld id="{5586B75A-687E-405C-8A0B-8D00578BA2C3}" type="datetimeFigureOut">
              <a:rPr lang="en-US" dirty="0"/>
              <a:pPr/>
              <a:t>1/8/2026</a:t>
            </a:fld>
            <a:endParaRPr lang="en-US" dirty="0"/>
          </a:p>
        </p:txBody>
      </p:sp>
      <p:sp>
        <p:nvSpPr>
          <p:cNvPr id="5" name="Footer Placeholder 4"/>
          <p:cNvSpPr>
            <a:spLocks noGrp="1"/>
          </p:cNvSpPr>
          <p:nvPr>
            <p:ph type="ftr" sz="quarter" idx="3"/>
          </p:nvPr>
        </p:nvSpPr>
        <p:spPr>
          <a:xfrm>
            <a:off x="514350" y="6554697"/>
            <a:ext cx="3771900" cy="228600"/>
          </a:xfrm>
          <a:prstGeom prst="rect">
            <a:avLst/>
          </a:prstGeom>
        </p:spPr>
        <p:txBody>
          <a:bodyPr vert="horz" lIns="91440" tIns="45720" rIns="91440" bIns="45720" rtlCol="0" anchor="ctr"/>
          <a:lstStyle>
            <a:lvl1pPr algn="l">
              <a:defRPr sz="950" cap="all" baseline="0">
                <a:solidFill>
                  <a:schemeClr val="tx1">
                    <a:alpha val="75000"/>
                  </a:schemeClr>
                </a:solidFill>
              </a:defRPr>
            </a:lvl1pPr>
          </a:lstStyle>
          <a:p>
            <a:endParaRPr lang="en-US" dirty="0"/>
          </a:p>
        </p:txBody>
      </p:sp>
      <p:sp>
        <p:nvSpPr>
          <p:cNvPr id="6" name="Slide Number Placeholder 5"/>
          <p:cNvSpPr>
            <a:spLocks noGrp="1"/>
          </p:cNvSpPr>
          <p:nvPr>
            <p:ph type="sldNum" sz="quarter" idx="4"/>
          </p:nvPr>
        </p:nvSpPr>
        <p:spPr>
          <a:xfrm>
            <a:off x="6541193" y="5829748"/>
            <a:ext cx="2194560" cy="1397039"/>
          </a:xfrm>
          <a:prstGeom prst="rect">
            <a:avLst/>
          </a:prstGeom>
        </p:spPr>
        <p:txBody>
          <a:bodyPr vert="horz" lIns="91440" tIns="45720" rIns="91440" bIns="45720" rtlCol="0" anchor="b"/>
          <a:lstStyle>
            <a:lvl1pPr algn="r">
              <a:defRPr sz="9000" b="0">
                <a:ln>
                  <a:noFill/>
                </a:ln>
                <a:solidFill>
                  <a:schemeClr val="accent1">
                    <a:alpha val="20000"/>
                  </a:schemeClr>
                </a:solidFill>
                <a:latin typeface="+mj-lt"/>
              </a:defRPr>
            </a:lvl1pPr>
          </a:lstStyle>
          <a:p>
            <a:fld id="{4FAB73BC-B049-4115-A692-8D63A059BFB8}" type="slidenum">
              <a:rPr lang="en-US" dirty="0"/>
              <a:pPr/>
              <a:t>‹#›</a:t>
            </a:fld>
            <a:endParaRPr lang="en-US" dirty="0"/>
          </a:p>
        </p:txBody>
      </p:sp>
      <p:pic>
        <p:nvPicPr>
          <p:cNvPr id="7" name="Picture 2">
            <a:extLst>
              <a:ext uri="{FF2B5EF4-FFF2-40B4-BE49-F238E27FC236}">
                <a16:creationId xmlns:a16="http://schemas.microsoft.com/office/drawing/2014/main" id="{D47BD915-7737-498E-8EFD-8F6C000C9A3B}"/>
              </a:ext>
            </a:extLst>
          </p:cNvPr>
          <p:cNvPicPr>
            <a:picLocks noChangeAspect="1"/>
          </p:cNvPicPr>
          <p:nvPr userDrawn="1"/>
        </p:nvPicPr>
        <p:blipFill>
          <a:blip r:embed="rId19">
            <a:extLst>
              <a:ext uri="{28A0092B-C50C-407E-A947-70E740481C1C}">
                <a14:useLocalDpi xmlns:a14="http://schemas.microsoft.com/office/drawing/2010/main" val="0"/>
              </a:ext>
            </a:extLst>
          </a:blip>
          <a:srcRect t="8685" b="8685"/>
          <a:stretch/>
        </p:blipFill>
        <p:spPr bwMode="auto">
          <a:xfrm>
            <a:off x="73025" y="63500"/>
            <a:ext cx="102235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3">
            <a:extLst>
              <a:ext uri="{FF2B5EF4-FFF2-40B4-BE49-F238E27FC236}">
                <a16:creationId xmlns:a16="http://schemas.microsoft.com/office/drawing/2014/main" id="{0CEAF49B-E504-CC89-D8B4-60BD195E32EA}"/>
              </a:ext>
            </a:extLst>
          </p:cNvPr>
          <p:cNvSpPr txBox="1">
            <a:spLocks noChangeArrowheads="1"/>
          </p:cNvSpPr>
          <p:nvPr userDrawn="1"/>
        </p:nvSpPr>
        <p:spPr bwMode="auto">
          <a:xfrm>
            <a:off x="3200400" y="6497638"/>
            <a:ext cx="22914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400" b="1" dirty="0">
                <a:latin typeface="Calibri" panose="020F0502020204030204" pitchFamily="34" charset="0"/>
              </a:rPr>
              <a:t>© 2023 McGraw Hill Limited</a:t>
            </a:r>
          </a:p>
        </p:txBody>
      </p:sp>
      <p:sp>
        <p:nvSpPr>
          <p:cNvPr id="9" name="TextBox 10">
            <a:extLst>
              <a:ext uri="{FF2B5EF4-FFF2-40B4-BE49-F238E27FC236}">
                <a16:creationId xmlns:a16="http://schemas.microsoft.com/office/drawing/2014/main" id="{74384578-FAED-09F9-FBD6-906DF2883CBB}"/>
              </a:ext>
            </a:extLst>
          </p:cNvPr>
          <p:cNvSpPr txBox="1">
            <a:spLocks noChangeArrowheads="1"/>
          </p:cNvSpPr>
          <p:nvPr userDrawn="1"/>
        </p:nvSpPr>
        <p:spPr bwMode="auto">
          <a:xfrm>
            <a:off x="8534400" y="6527800"/>
            <a:ext cx="5937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1400" b="1" dirty="0">
                <a:latin typeface="Calibri" panose="020F0502020204030204" pitchFamily="34" charset="0"/>
              </a:rPr>
              <a:t>1-</a:t>
            </a:r>
            <a:fld id="{6E2BC0ED-60C0-4BB6-8AC0-7B127C708E22}" type="slidenum">
              <a:rPr lang="en-US" altLang="en-US" sz="1400" b="1" smtClean="0">
                <a:latin typeface="Calibri" panose="020F0502020204030204" pitchFamily="34" charset="0"/>
              </a:rPr>
              <a:pPr eaLnBrk="1" hangingPunct="1">
                <a:defRPr/>
              </a:pPr>
              <a:t>‹#›</a:t>
            </a:fld>
            <a:endParaRPr lang="en-US" altLang="en-US" sz="1400" b="1" dirty="0">
              <a:latin typeface="Calibri" panose="020F0502020204030204" pitchFamily="34" charset="0"/>
            </a:endParaRPr>
          </a:p>
        </p:txBody>
      </p:sp>
    </p:spTree>
    <p:extLst>
      <p:ext uri="{BB962C8B-B14F-4D97-AF65-F5344CB8AC3E}">
        <p14:creationId xmlns:p14="http://schemas.microsoft.com/office/powerpoint/2010/main" val="2927084394"/>
      </p:ext>
    </p:extLst>
  </p:cSld>
  <p:clrMap bg1="lt1" tx1="dk1" bg2="lt2" tx2="dk2" accent1="accent1" accent2="accent2" accent3="accent3" accent4="accent4" accent5="accent5" accent6="accent6" hlink="hlink" folHlink="folHlink"/>
  <p:sldLayoutIdLst>
    <p:sldLayoutId id="2147484064" r:id="rId1"/>
    <p:sldLayoutId id="2147484065" r:id="rId2"/>
    <p:sldLayoutId id="2147484066" r:id="rId3"/>
    <p:sldLayoutId id="2147484067" r:id="rId4"/>
    <p:sldLayoutId id="2147484068" r:id="rId5"/>
    <p:sldLayoutId id="2147484069" r:id="rId6"/>
    <p:sldLayoutId id="2147484070" r:id="rId7"/>
    <p:sldLayoutId id="2147484071" r:id="rId8"/>
    <p:sldLayoutId id="2147484072" r:id="rId9"/>
    <p:sldLayoutId id="2147484073" r:id="rId10"/>
    <p:sldLayoutId id="2147484074" r:id="rId11"/>
    <p:sldLayoutId id="2147484075" r:id="rId12"/>
    <p:sldLayoutId id="2147484076" r:id="rId13"/>
    <p:sldLayoutId id="2147484077" r:id="rId14"/>
    <p:sldLayoutId id="2147484078" r:id="rId15"/>
    <p:sldLayoutId id="2147484079" r:id="rId16"/>
    <p:sldLayoutId id="2147484080" r:id="rId17"/>
  </p:sldLayoutIdLst>
  <p:hf hdr="0" dt="0"/>
  <p:txStyles>
    <p:title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7.jfif"/><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9.jfif"/><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image" Target="../media/image10.jfif"/><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3" Type="http://schemas.openxmlformats.org/officeDocument/2006/relationships/image" Target="../media/image11.jfif"/><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3" Type="http://schemas.openxmlformats.org/officeDocument/2006/relationships/image" Target="../media/image13.jfif"/><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image" Target="../media/image14.jfif"/><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8" Type="http://schemas.openxmlformats.org/officeDocument/2006/relationships/image" Target="../media/image15.jfi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4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3" Type="http://schemas.openxmlformats.org/officeDocument/2006/relationships/image" Target="../media/image16.jfif"/><Relationship Id="rId2" Type="http://schemas.openxmlformats.org/officeDocument/2006/relationships/notesSlide" Target="../notesSlides/notesSlide17.xml"/><Relationship Id="rId1" Type="http://schemas.openxmlformats.org/officeDocument/2006/relationships/slideLayout" Target="../slideLayouts/slideLayout46.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5.xml"/></Relationships>
</file>

<file path=ppt/slides/_rels/slide23.xml.rels><?xml version="1.0" encoding="UTF-8" standalone="yes"?>
<Relationships xmlns="http://schemas.openxmlformats.org/package/2006/relationships"><Relationship Id="rId3" Type="http://schemas.openxmlformats.org/officeDocument/2006/relationships/image" Target="../media/image18.jfif"/><Relationship Id="rId2" Type="http://schemas.openxmlformats.org/officeDocument/2006/relationships/notesSlide" Target="../notesSlides/notesSlide22.xml"/><Relationship Id="rId1" Type="http://schemas.openxmlformats.org/officeDocument/2006/relationships/slideLayout" Target="../slideLayouts/slideLayout47.xml"/></Relationships>
</file>

<file path=ppt/slides/_rels/slide24.xml.rels><?xml version="1.0" encoding="UTF-8" standalone="yes"?>
<Relationships xmlns="http://schemas.openxmlformats.org/package/2006/relationships"><Relationship Id="rId3" Type="http://schemas.openxmlformats.org/officeDocument/2006/relationships/image" Target="../media/image19.jfif"/><Relationship Id="rId2" Type="http://schemas.openxmlformats.org/officeDocument/2006/relationships/notesSlide" Target="../notesSlides/notesSlide23.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48.xml"/></Relationships>
</file>

<file path=ppt/slides/_rels/slide32.xml.rels><?xml version="1.0" encoding="UTF-8" standalone="yes"?>
<Relationships xmlns="http://schemas.openxmlformats.org/package/2006/relationships"><Relationship Id="rId3" Type="http://schemas.openxmlformats.org/officeDocument/2006/relationships/image" Target="../media/image20.jfif"/><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3" Type="http://schemas.openxmlformats.org/officeDocument/2006/relationships/image" Target="../media/image21.jfif"/><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3" Type="http://schemas.openxmlformats.org/officeDocument/2006/relationships/image" Target="../media/image22.jfif"/><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3" Type="http://schemas.openxmlformats.org/officeDocument/2006/relationships/image" Target="../media/image24.jfif"/><Relationship Id="rId2" Type="http://schemas.openxmlformats.org/officeDocument/2006/relationships/notesSlide" Target="../notesSlides/notesSlide38.xml"/><Relationship Id="rId1" Type="http://schemas.openxmlformats.org/officeDocument/2006/relationships/slideLayout" Target="../slideLayouts/slideLayout4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6.xml"/></Relationships>
</file>

<file path=ppt/slides/_rels/slide43.xml.rels><?xml version="1.0" encoding="UTF-8" standalone="yes"?>
<Relationships xmlns="http://schemas.openxmlformats.org/package/2006/relationships"><Relationship Id="rId3" Type="http://schemas.openxmlformats.org/officeDocument/2006/relationships/image" Target="../media/image25.jfif"/><Relationship Id="rId2" Type="http://schemas.openxmlformats.org/officeDocument/2006/relationships/notesSlide" Target="../notesSlides/notesSlide42.xml"/><Relationship Id="rId1" Type="http://schemas.openxmlformats.org/officeDocument/2006/relationships/slideLayout" Target="../slideLayouts/slideLayout36.xml"/><Relationship Id="rId4" Type="http://schemas.openxmlformats.org/officeDocument/2006/relationships/image" Target="../media/image26.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5">
            <a:extLst>
              <a:ext uri="{FF2B5EF4-FFF2-40B4-BE49-F238E27FC236}">
                <a16:creationId xmlns:a16="http://schemas.microsoft.com/office/drawing/2014/main" id="{23C9D1C2-CBC6-4475-8D4A-17C2A69EFD70}"/>
              </a:ext>
            </a:extLst>
          </p:cNvPr>
          <p:cNvSpPr txBox="1">
            <a:spLocks noChangeArrowheads="1"/>
          </p:cNvSpPr>
          <p:nvPr/>
        </p:nvSpPr>
        <p:spPr bwMode="auto">
          <a:xfrm>
            <a:off x="4876800" y="1150938"/>
            <a:ext cx="3833813" cy="23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Font typeface="Arial" panose="020B0604020202020204" pitchFamily="34" charset="0"/>
              <a:defRPr sz="2000" b="1">
                <a:solidFill>
                  <a:schemeClr val="tx1"/>
                </a:solidFill>
                <a:latin typeface="Calibri" panose="020F0502020204030204" pitchFamily="34" charset="0"/>
              </a:defRPr>
            </a:lvl1pPr>
            <a:lvl2pPr marL="742950" indent="-285750">
              <a:spcBef>
                <a:spcPct val="20000"/>
              </a:spcBef>
              <a:buClr>
                <a:schemeClr val="tx2"/>
              </a:buClr>
              <a:buFont typeface="Arial" panose="020B0604020202020204" pitchFamily="34" charset="0"/>
              <a:buChar char="•"/>
              <a:defRPr sz="2000">
                <a:solidFill>
                  <a:schemeClr val="tx1"/>
                </a:solidFill>
                <a:latin typeface="Calibri" panose="020F0502020204030204" pitchFamily="34" charset="0"/>
              </a:defRPr>
            </a:lvl2pPr>
            <a:lvl3pPr marL="11430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4pPr>
            <a:lvl5pPr marL="20574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9pPr>
          </a:lstStyle>
          <a:p>
            <a:pPr eaLnBrk="1" hangingPunct="1">
              <a:spcBef>
                <a:spcPct val="0"/>
              </a:spcBef>
              <a:spcAft>
                <a:spcPct val="0"/>
              </a:spcAft>
              <a:buFontTx/>
              <a:buNone/>
            </a:pPr>
            <a:r>
              <a:rPr lang="en-US" altLang="en-US" sz="4000" dirty="0">
                <a:solidFill>
                  <a:schemeClr val="tx2"/>
                </a:solidFill>
              </a:rPr>
              <a:t>Chapter 1</a:t>
            </a:r>
          </a:p>
          <a:p>
            <a:pPr eaLnBrk="1" hangingPunct="1">
              <a:spcBef>
                <a:spcPct val="0"/>
              </a:spcBef>
              <a:spcAft>
                <a:spcPct val="0"/>
              </a:spcAft>
              <a:buFontTx/>
              <a:buNone/>
            </a:pPr>
            <a:endParaRPr lang="en-US" altLang="en-US" sz="3600" dirty="0">
              <a:solidFill>
                <a:schemeClr val="tx2"/>
              </a:solidFill>
            </a:endParaRPr>
          </a:p>
          <a:p>
            <a:pPr eaLnBrk="1" hangingPunct="1">
              <a:spcBef>
                <a:spcPct val="0"/>
              </a:spcBef>
              <a:spcAft>
                <a:spcPct val="0"/>
              </a:spcAft>
              <a:buFontTx/>
              <a:buNone/>
            </a:pPr>
            <a:r>
              <a:rPr lang="en-US" altLang="en-US" sz="3600" dirty="0"/>
              <a:t>Overview of Marketing</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72DAE15E-E39B-4C57-94F0-135871524991}"/>
              </a:ext>
            </a:extLst>
          </p:cNvPr>
          <p:cNvSpPr txBox="1">
            <a:spLocks noChangeArrowheads="1"/>
          </p:cNvSpPr>
          <p:nvPr/>
        </p:nvSpPr>
        <p:spPr bwMode="auto">
          <a:xfrm>
            <a:off x="665163" y="2362200"/>
            <a:ext cx="8045450" cy="3429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800100" indent="-800100">
              <a:spcBef>
                <a:spcPct val="20000"/>
              </a:spcBef>
              <a:spcAft>
                <a:spcPts val="600"/>
              </a:spcAft>
              <a:buFont typeface="Arial" panose="020B0604020202020204" pitchFamily="34" charset="0"/>
              <a:defRPr sz="2000" b="1">
                <a:solidFill>
                  <a:schemeClr val="tx1"/>
                </a:solidFill>
                <a:latin typeface="Calibri" panose="020F0502020204030204" pitchFamily="34" charset="0"/>
              </a:defRPr>
            </a:lvl1pPr>
            <a:lvl2pPr indent="-182563">
              <a:spcBef>
                <a:spcPct val="20000"/>
              </a:spcBef>
              <a:buClr>
                <a:schemeClr val="tx2"/>
              </a:buClr>
              <a:buFont typeface="Arial" panose="020B0604020202020204" pitchFamily="34" charset="0"/>
              <a:buChar char="•"/>
              <a:defRPr sz="2000">
                <a:solidFill>
                  <a:schemeClr val="tx1"/>
                </a:solidFill>
                <a:latin typeface="Calibri" panose="020F0502020204030204" pitchFamily="34" charset="0"/>
              </a:defRPr>
            </a:lvl2pPr>
            <a:lvl3pPr marL="11430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4pPr>
            <a:lvl5pPr marL="20574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9pPr>
          </a:lstStyle>
          <a:p>
            <a:pPr eaLnBrk="1" hangingPunct="1"/>
            <a:r>
              <a:rPr lang="en-US" altLang="en-US" dirty="0">
                <a:solidFill>
                  <a:schemeClr val="tx2"/>
                </a:solidFill>
              </a:rPr>
              <a:t>LO1</a:t>
            </a:r>
            <a:r>
              <a:rPr lang="en-US" altLang="en-US" dirty="0"/>
              <a:t> Define the role of marketing and explain its core concepts</a:t>
            </a:r>
          </a:p>
          <a:p>
            <a:pPr eaLnBrk="1" hangingPunct="1"/>
            <a:r>
              <a:rPr lang="en-US" altLang="en-US" dirty="0">
                <a:solidFill>
                  <a:schemeClr val="tx2"/>
                </a:solidFill>
              </a:rPr>
              <a:t>LO2</a:t>
            </a:r>
            <a:r>
              <a:rPr lang="en-US" altLang="en-US" dirty="0"/>
              <a:t> Describe how marketers create value for a product or service</a:t>
            </a:r>
          </a:p>
          <a:p>
            <a:pPr eaLnBrk="1" hangingPunct="1"/>
            <a:r>
              <a:rPr lang="en-US" altLang="en-US" dirty="0">
                <a:solidFill>
                  <a:schemeClr val="tx2"/>
                </a:solidFill>
              </a:rPr>
              <a:t>LO3 </a:t>
            </a:r>
            <a:r>
              <a:rPr lang="en-US" altLang="en-US" dirty="0"/>
              <a:t>Summarize the four orientations of marketing</a:t>
            </a:r>
          </a:p>
          <a:p>
            <a:pPr eaLnBrk="1" hangingPunct="1"/>
            <a:r>
              <a:rPr lang="en-US" altLang="en-US" dirty="0">
                <a:solidFill>
                  <a:schemeClr val="tx2"/>
                </a:solidFill>
              </a:rPr>
              <a:t>LO4 </a:t>
            </a:r>
            <a:r>
              <a:rPr lang="en-US" altLang="en-US" dirty="0"/>
              <a:t>Understand the importance of marketing both within and outside the firm</a:t>
            </a:r>
            <a:endParaRPr lang="en-CA" altLang="en-US" dirty="0"/>
          </a:p>
        </p:txBody>
      </p:sp>
      <p:sp>
        <p:nvSpPr>
          <p:cNvPr id="9" name="Text Box 5">
            <a:extLst>
              <a:ext uri="{FF2B5EF4-FFF2-40B4-BE49-F238E27FC236}">
                <a16:creationId xmlns:a16="http://schemas.microsoft.com/office/drawing/2014/main" id="{E3E4F45F-9FA3-44CB-B5E7-4655DE77D89A}"/>
              </a:ext>
            </a:extLst>
          </p:cNvPr>
          <p:cNvSpPr txBox="1">
            <a:spLocks noChangeArrowheads="1"/>
          </p:cNvSpPr>
          <p:nvPr/>
        </p:nvSpPr>
        <p:spPr bwMode="auto">
          <a:xfrm>
            <a:off x="1219200" y="95250"/>
            <a:ext cx="7491413" cy="646113"/>
          </a:xfrm>
          <a:prstGeom prst="rect">
            <a:avLst/>
          </a:prstGeom>
          <a:noFill/>
          <a:ln>
            <a:noFill/>
          </a:ln>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3600" b="1" dirty="0">
                <a:solidFill>
                  <a:schemeClr val="tx2"/>
                </a:solidFill>
                <a:latin typeface="+mn-lt"/>
              </a:rPr>
              <a:t>Chapter 1: </a:t>
            </a:r>
            <a:r>
              <a:rPr lang="en-US" altLang="en-US" sz="3600" b="1" dirty="0">
                <a:latin typeface="+mn-lt"/>
              </a:rPr>
              <a:t>Overview of Marketing</a:t>
            </a:r>
          </a:p>
        </p:txBody>
      </p:sp>
      <p:sp>
        <p:nvSpPr>
          <p:cNvPr id="7" name="Rectangle 6">
            <a:extLst>
              <a:ext uri="{FF2B5EF4-FFF2-40B4-BE49-F238E27FC236}">
                <a16:creationId xmlns:a16="http://schemas.microsoft.com/office/drawing/2014/main" id="{3C0A7FF9-B87E-26B7-FAEF-EF5E5C33F49F}"/>
              </a:ext>
            </a:extLst>
          </p:cNvPr>
          <p:cNvSpPr/>
          <p:nvPr/>
        </p:nvSpPr>
        <p:spPr>
          <a:xfrm>
            <a:off x="665164" y="1828800"/>
            <a:ext cx="3525836" cy="533400"/>
          </a:xfrm>
          <a:prstGeom prst="rect">
            <a:avLst/>
          </a:prstGeom>
          <a:solidFill>
            <a:schemeClr val="tx2">
              <a:alpha val="80000"/>
            </a:schemeClr>
          </a:solidFill>
          <a:ln w="0">
            <a:noFill/>
          </a:ln>
        </p:spPr>
        <p:style>
          <a:lnRef idx="2">
            <a:schemeClr val="dk1">
              <a:shade val="50000"/>
            </a:schemeClr>
          </a:lnRef>
          <a:fillRef idx="1">
            <a:schemeClr val="dk1"/>
          </a:fillRef>
          <a:effectRef idx="0">
            <a:schemeClr val="dk1"/>
          </a:effectRef>
          <a:fontRef idx="minor">
            <a:schemeClr val="lt1"/>
          </a:fontRef>
        </p:style>
        <p:txBody>
          <a:bodyPr lIns="82945" tIns="41473" rIns="82945" bIns="41473" anchor="ctr"/>
          <a:lstStyle/>
          <a:p>
            <a:pPr algn="ctr" defTabSz="414726" eaLnBrk="1" hangingPunct="1">
              <a:defRPr/>
            </a:pPr>
            <a:r>
              <a:rPr lang="en-US" b="1" spc="363" dirty="0">
                <a:solidFill>
                  <a:schemeClr val="bg1"/>
                </a:solidFill>
              </a:rPr>
              <a:t>LEARNING OBJECTIVES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893BA-BF0A-08B7-7AF4-D9188530A999}"/>
              </a:ext>
            </a:extLst>
          </p:cNvPr>
          <p:cNvSpPr>
            <a:spLocks noGrp="1"/>
          </p:cNvSpPr>
          <p:nvPr>
            <p:ph type="title"/>
          </p:nvPr>
        </p:nvSpPr>
        <p:spPr/>
        <p:txBody>
          <a:bodyPr/>
          <a:lstStyle/>
          <a:p>
            <a:r>
              <a:rPr lang="en-US" dirty="0"/>
              <a:t>Group Discussion</a:t>
            </a:r>
          </a:p>
        </p:txBody>
      </p:sp>
      <p:sp>
        <p:nvSpPr>
          <p:cNvPr id="3" name="Content Placeholder 2">
            <a:extLst>
              <a:ext uri="{FF2B5EF4-FFF2-40B4-BE49-F238E27FC236}">
                <a16:creationId xmlns:a16="http://schemas.microsoft.com/office/drawing/2014/main" id="{B861E27D-9EDA-CDF0-BCBF-7CBD1039AB80}"/>
              </a:ext>
            </a:extLst>
          </p:cNvPr>
          <p:cNvSpPr>
            <a:spLocks noGrp="1"/>
          </p:cNvSpPr>
          <p:nvPr>
            <p:ph idx="1"/>
          </p:nvPr>
        </p:nvSpPr>
        <p:spPr/>
        <p:txBody>
          <a:bodyPr/>
          <a:lstStyle/>
          <a:p>
            <a:pPr>
              <a:buFont typeface="Wingdings" panose="05000000000000000000" pitchFamily="2" charset="2"/>
              <a:buChar char="Ø"/>
            </a:pPr>
            <a:r>
              <a:rPr lang="en-US" dirty="0"/>
              <a:t>Identify a high-value product made from the cheapest raw material</a:t>
            </a:r>
          </a:p>
          <a:p>
            <a:pPr>
              <a:buFont typeface="Wingdings" panose="05000000000000000000" pitchFamily="2" charset="2"/>
              <a:buChar char="Ø"/>
            </a:pPr>
            <a:endParaRPr lang="en-US" dirty="0"/>
          </a:p>
          <a:p>
            <a:pPr>
              <a:buFont typeface="Wingdings" panose="05000000000000000000" pitchFamily="2" charset="2"/>
              <a:buChar char="Ø"/>
            </a:pPr>
            <a:r>
              <a:rPr lang="en-US" dirty="0"/>
              <a:t>Identify consumers for </a:t>
            </a:r>
            <a:r>
              <a:rPr lang="en-US" dirty="0" err="1"/>
              <a:t>thbe</a:t>
            </a:r>
            <a:r>
              <a:rPr lang="en-US" dirty="0"/>
              <a:t> product and the potential buyers</a:t>
            </a:r>
          </a:p>
          <a:p>
            <a:pPr>
              <a:buFont typeface="Wingdings" panose="05000000000000000000" pitchFamily="2" charset="2"/>
              <a:buChar char="Ø"/>
            </a:pPr>
            <a:endParaRPr lang="en-US" dirty="0"/>
          </a:p>
          <a:p>
            <a:pPr>
              <a:buFont typeface="Wingdings" panose="05000000000000000000" pitchFamily="2" charset="2"/>
              <a:buChar char="Ø"/>
            </a:pPr>
            <a:r>
              <a:rPr lang="en-US" dirty="0"/>
              <a:t>Evaluate all the promotion campaigns of the company</a:t>
            </a:r>
          </a:p>
          <a:p>
            <a:endParaRPr lang="en-US" dirty="0"/>
          </a:p>
        </p:txBody>
      </p:sp>
      <p:sp>
        <p:nvSpPr>
          <p:cNvPr id="4" name="Footer Placeholder 3">
            <a:extLst>
              <a:ext uri="{FF2B5EF4-FFF2-40B4-BE49-F238E27FC236}">
                <a16:creationId xmlns:a16="http://schemas.microsoft.com/office/drawing/2014/main" id="{F40AB0CA-08B1-EB5D-7D44-E2997E6162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0B699A3-3264-BD20-F78B-7994DD5BADA8}"/>
              </a:ext>
            </a:extLst>
          </p:cNvPr>
          <p:cNvSpPr>
            <a:spLocks noGrp="1"/>
          </p:cNvSpPr>
          <p:nvPr>
            <p:ph type="sldNum" sz="quarter" idx="12"/>
          </p:nvPr>
        </p:nvSpPr>
        <p:spPr/>
        <p:txBody>
          <a:bodyPr/>
          <a:lstStyle/>
          <a:p>
            <a:fld id="{4FAB73BC-B049-4115-A692-8D63A059BFB8}" type="slidenum">
              <a:rPr lang="en-US" smtClean="0"/>
              <a:t>3</a:t>
            </a:fld>
            <a:endParaRPr lang="en-US" dirty="0"/>
          </a:p>
        </p:txBody>
      </p:sp>
    </p:spTree>
    <p:extLst>
      <p:ext uri="{BB962C8B-B14F-4D97-AF65-F5344CB8AC3E}">
        <p14:creationId xmlns:p14="http://schemas.microsoft.com/office/powerpoint/2010/main" val="3981837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B24B302-20E7-47D5-840D-BBC356BB6353}"/>
              </a:ext>
            </a:extLst>
          </p:cNvPr>
          <p:cNvSpPr>
            <a:spLocks noGrp="1" noChangeArrowheads="1"/>
          </p:cNvSpPr>
          <p:nvPr>
            <p:ph type="title"/>
          </p:nvPr>
        </p:nvSpPr>
        <p:spPr>
          <a:xfrm>
            <a:off x="1143000" y="304800"/>
            <a:ext cx="7677150" cy="1143000"/>
          </a:xfrm>
        </p:spPr>
        <p:txBody>
          <a:bodyPr anchor="t">
            <a:normAutofit fontScale="90000"/>
          </a:bodyPr>
          <a:lstStyle/>
          <a:p>
            <a:pPr eaLnBrk="1" hangingPunct="1">
              <a:defRPr/>
            </a:pPr>
            <a:br>
              <a:rPr lang="en-CA" altLang="en-US" dirty="0"/>
            </a:br>
            <a:r>
              <a:rPr lang="en-CA" altLang="en-US" sz="5300" dirty="0"/>
              <a:t> </a:t>
            </a:r>
            <a:r>
              <a:rPr lang="en-CA" altLang="en-US" sz="5300" b="1" dirty="0"/>
              <a:t>Providing Value</a:t>
            </a:r>
            <a:endParaRPr lang="en-CA" altLang="en-US" sz="5300" b="1" dirty="0">
              <a:solidFill>
                <a:schemeClr val="tx2">
                  <a:lumMod val="60000"/>
                  <a:lumOff val="40000"/>
                </a:schemeClr>
              </a:solidFill>
            </a:endParaRPr>
          </a:p>
        </p:txBody>
      </p:sp>
      <p:sp>
        <p:nvSpPr>
          <p:cNvPr id="7" name="Rectangle 4">
            <a:extLst>
              <a:ext uri="{FF2B5EF4-FFF2-40B4-BE49-F238E27FC236}">
                <a16:creationId xmlns:a16="http://schemas.microsoft.com/office/drawing/2014/main" id="{3EA7BC4E-FE00-4C60-B7F7-AAA8DB6F862B}"/>
              </a:ext>
            </a:extLst>
          </p:cNvPr>
          <p:cNvSpPr>
            <a:spLocks noChangeArrowheads="1"/>
          </p:cNvSpPr>
          <p:nvPr/>
        </p:nvSpPr>
        <p:spPr bwMode="auto">
          <a:xfrm>
            <a:off x="4981575" y="1447800"/>
            <a:ext cx="3636963"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lnSpc>
                <a:spcPct val="90000"/>
              </a:lnSpc>
              <a:buClr>
                <a:srgbClr val="0099CC"/>
              </a:buClr>
              <a:buSzPct val="75000"/>
              <a:buFont typeface="Wingdings" pitchFamily="2" charset="2"/>
              <a:buChar char="l"/>
              <a:defRPr/>
            </a:pPr>
            <a:r>
              <a:rPr lang="en-US" altLang="en-US" sz="2400" dirty="0">
                <a:latin typeface="+mn-lt"/>
              </a:rPr>
              <a:t>Build &amp; maintain a loyal customer base</a:t>
            </a:r>
          </a:p>
          <a:p>
            <a:pPr eaLnBrk="1" hangingPunct="1">
              <a:lnSpc>
                <a:spcPct val="90000"/>
              </a:lnSpc>
              <a:buClr>
                <a:srgbClr val="0099CC"/>
              </a:buClr>
              <a:buSzPct val="75000"/>
              <a:buFont typeface="Wingdings" pitchFamily="2" charset="2"/>
              <a:buChar char="l"/>
              <a:defRPr/>
            </a:pPr>
            <a:r>
              <a:rPr lang="en-US" altLang="en-US" sz="2400" dirty="0">
                <a:latin typeface="+mn-lt"/>
              </a:rPr>
              <a:t>Make a product that satisfies a variety of consumer demands</a:t>
            </a:r>
          </a:p>
          <a:p>
            <a:pPr eaLnBrk="1" hangingPunct="1">
              <a:lnSpc>
                <a:spcPct val="90000"/>
              </a:lnSpc>
              <a:buClr>
                <a:srgbClr val="0099CC"/>
              </a:buClr>
              <a:buSzPct val="75000"/>
              <a:buFont typeface="Wingdings" pitchFamily="2" charset="2"/>
              <a:buChar char="l"/>
              <a:defRPr/>
            </a:pPr>
            <a:r>
              <a:rPr lang="en-US" altLang="en-US" sz="2400" dirty="0">
                <a:latin typeface="+mn-lt"/>
              </a:rPr>
              <a:t>Consumer positioning is important</a:t>
            </a:r>
          </a:p>
          <a:p>
            <a:pPr eaLnBrk="1" hangingPunct="1">
              <a:lnSpc>
                <a:spcPct val="90000"/>
              </a:lnSpc>
              <a:buClr>
                <a:srgbClr val="0099CC"/>
              </a:buClr>
              <a:buSzPct val="75000"/>
              <a:buFont typeface="Wingdings" pitchFamily="2" charset="2"/>
              <a:buChar char="l"/>
              <a:defRPr/>
            </a:pPr>
            <a:r>
              <a:rPr lang="en-US" altLang="en-US" sz="2400" dirty="0">
                <a:latin typeface="+mn-lt"/>
              </a:rPr>
              <a:t>Good marketing can establish value</a:t>
            </a:r>
          </a:p>
          <a:p>
            <a:pPr eaLnBrk="1" hangingPunct="1">
              <a:lnSpc>
                <a:spcPct val="90000"/>
              </a:lnSpc>
              <a:buClr>
                <a:srgbClr val="0099CC"/>
              </a:buClr>
              <a:buSzPct val="75000"/>
              <a:buFont typeface="Wingdings" pitchFamily="2" charset="2"/>
              <a:buChar char="l"/>
              <a:defRPr/>
            </a:pPr>
            <a:r>
              <a:rPr lang="en-US" altLang="en-US" sz="2400" dirty="0">
                <a:latin typeface="+mn-lt"/>
              </a:rPr>
              <a:t>Leveraging influencers to help promote a brand is critical</a:t>
            </a:r>
          </a:p>
          <a:p>
            <a:pPr eaLnBrk="1" hangingPunct="1">
              <a:lnSpc>
                <a:spcPct val="90000"/>
              </a:lnSpc>
              <a:buClr>
                <a:srgbClr val="0099CC"/>
              </a:buClr>
              <a:buSzPct val="75000"/>
              <a:buFont typeface="Wingdings" pitchFamily="2" charset="2"/>
              <a:buChar char="l"/>
              <a:defRPr/>
            </a:pPr>
            <a:endParaRPr lang="en-US" altLang="en-US" sz="2400" dirty="0">
              <a:latin typeface="+mn-lt"/>
            </a:endParaRPr>
          </a:p>
        </p:txBody>
      </p:sp>
      <p:pic>
        <p:nvPicPr>
          <p:cNvPr id="3" name="Picture 2">
            <a:extLst>
              <a:ext uri="{FF2B5EF4-FFF2-40B4-BE49-F238E27FC236}">
                <a16:creationId xmlns:a16="http://schemas.microsoft.com/office/drawing/2014/main" id="{D169491F-22C7-47AE-BE4B-B85BA658F1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6594" y="2209800"/>
            <a:ext cx="4032869" cy="2895600"/>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0A9FE-C7D7-400F-8C89-9D53969D1BC1}"/>
              </a:ext>
            </a:extLst>
          </p:cNvPr>
          <p:cNvSpPr>
            <a:spLocks noGrp="1"/>
          </p:cNvSpPr>
          <p:nvPr>
            <p:ph type="title"/>
          </p:nvPr>
        </p:nvSpPr>
        <p:spPr>
          <a:xfrm>
            <a:off x="1143000" y="152400"/>
            <a:ext cx="5794375" cy="1371600"/>
          </a:xfrm>
        </p:spPr>
        <p:txBody>
          <a:bodyPr/>
          <a:lstStyle/>
          <a:p>
            <a:pPr>
              <a:defRPr/>
            </a:pPr>
            <a:r>
              <a:rPr lang="en-US" b="1" dirty="0"/>
              <a:t>What is marketing?</a:t>
            </a:r>
          </a:p>
        </p:txBody>
      </p:sp>
      <p:pic>
        <p:nvPicPr>
          <p:cNvPr id="17410" name="Picture 2" descr="dictionary">
            <a:extLst>
              <a:ext uri="{FF2B5EF4-FFF2-40B4-BE49-F238E27FC236}">
                <a16:creationId xmlns:a16="http://schemas.microsoft.com/office/drawing/2014/main" id="{3EEC9961-A85E-4630-BC10-881A9C17380E}"/>
              </a:ext>
            </a:extLst>
          </p:cNvPr>
          <p:cNvPicPr>
            <a:picLocks noGrp="1" noChangeAspect="1" noChangeArrowheads="1"/>
          </p:cNvPicPr>
          <p:nvPr>
            <p:ph idx="1"/>
          </p:nvPr>
        </p:nvPicPr>
        <p:blipFill>
          <a:blip r:embed="rId3" cstate="email">
            <a:extLst>
              <a:ext uri="{28A0092B-C50C-407E-A947-70E740481C1C}">
                <a14:useLocalDpi xmlns:a14="http://schemas.microsoft.com/office/drawing/2010/main"/>
              </a:ext>
            </a:extLst>
          </a:blip>
          <a:srcRect/>
          <a:stretch>
            <a:fillRect/>
          </a:stretch>
        </p:blipFill>
        <p:spPr>
          <a:xfrm>
            <a:off x="1243013" y="1676400"/>
            <a:ext cx="6762750" cy="4108450"/>
          </a:xfrm>
        </p:spPr>
      </p:pic>
      <p:sp>
        <p:nvSpPr>
          <p:cNvPr id="16388" name="Text Box 6">
            <a:extLst>
              <a:ext uri="{FF2B5EF4-FFF2-40B4-BE49-F238E27FC236}">
                <a16:creationId xmlns:a16="http://schemas.microsoft.com/office/drawing/2014/main" id="{D56BA499-2A07-4B15-B585-3CD021B5A6C6}"/>
              </a:ext>
            </a:extLst>
          </p:cNvPr>
          <p:cNvSpPr txBox="1">
            <a:spLocks noChangeArrowheads="1"/>
          </p:cNvSpPr>
          <p:nvPr/>
        </p:nvSpPr>
        <p:spPr bwMode="auto">
          <a:xfrm>
            <a:off x="1463675" y="1857375"/>
            <a:ext cx="6524625" cy="356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lnSpc>
                <a:spcPct val="150000"/>
              </a:lnSpc>
              <a:spcBef>
                <a:spcPct val="5000"/>
              </a:spcBef>
              <a:spcAft>
                <a:spcPct val="5000"/>
              </a:spcAft>
              <a:buFontTx/>
              <a:buNone/>
              <a:defRPr/>
            </a:pPr>
            <a:r>
              <a:rPr kumimoji="1" lang="en-US" altLang="en-US" sz="3000" dirty="0">
                <a:latin typeface="+mn-lt"/>
              </a:rPr>
              <a:t>Marketing is a set of business practices designed to plan for and present an organization’s products or services in ways that build effective customer relationships.</a:t>
            </a:r>
            <a:r>
              <a:rPr kumimoji="1" lang="en-CA" altLang="en-US" sz="3200" dirty="0">
                <a:latin typeface="+mn-lt"/>
              </a:rPr>
              <a:t> </a:t>
            </a:r>
            <a:endParaRPr kumimoji="1" lang="en-US" altLang="en-US" sz="3200" dirty="0">
              <a:latin typeface="+mn-lt"/>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04A921-AAC4-4008-A008-92060161F415}"/>
              </a:ext>
            </a:extLst>
          </p:cNvPr>
          <p:cNvSpPr>
            <a:spLocks noGrp="1"/>
          </p:cNvSpPr>
          <p:nvPr>
            <p:ph type="title"/>
          </p:nvPr>
        </p:nvSpPr>
        <p:spPr>
          <a:xfrm>
            <a:off x="1219200" y="152400"/>
            <a:ext cx="6481763" cy="1066800"/>
          </a:xfrm>
        </p:spPr>
        <p:txBody>
          <a:bodyPr/>
          <a:lstStyle/>
          <a:p>
            <a:pPr>
              <a:defRPr/>
            </a:pPr>
            <a:r>
              <a:rPr lang="en-US" b="1" dirty="0"/>
              <a:t>Core aspects of marketing</a:t>
            </a:r>
          </a:p>
        </p:txBody>
      </p:sp>
      <p:pic>
        <p:nvPicPr>
          <p:cNvPr id="19460" name="Picture 5">
            <a:extLst>
              <a:ext uri="{FF2B5EF4-FFF2-40B4-BE49-F238E27FC236}">
                <a16:creationId xmlns:a16="http://schemas.microsoft.com/office/drawing/2014/main" id="{72B34546-CB49-4AF9-B342-5C61C0699E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931830" y="1600200"/>
            <a:ext cx="7104127" cy="4411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a:extLst>
              <a:ext uri="{FF2B5EF4-FFF2-40B4-BE49-F238E27FC236}">
                <a16:creationId xmlns:a16="http://schemas.microsoft.com/office/drawing/2014/main" id="{0302F103-3781-489A-8630-BF686915FCEE}"/>
              </a:ext>
            </a:extLst>
          </p:cNvPr>
          <p:cNvSpPr>
            <a:spLocks noChangeArrowheads="1"/>
          </p:cNvSpPr>
          <p:nvPr/>
        </p:nvSpPr>
        <p:spPr bwMode="auto">
          <a:xfrm>
            <a:off x="0" y="1870075"/>
            <a:ext cx="6632575" cy="416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Calibri" panose="020F0502020204030204" pitchFamily="34" charset="0"/>
              </a:defRPr>
            </a:lvl1pPr>
            <a:lvl2pPr marL="742950" indent="-285750">
              <a:spcBef>
                <a:spcPct val="20000"/>
              </a:spcBef>
              <a:buClr>
                <a:schemeClr val="tx2"/>
              </a:buClr>
              <a:buFont typeface="Arial" panose="020B0604020202020204" pitchFamily="34" charset="0"/>
              <a:buChar char="•"/>
              <a:defRPr sz="2000">
                <a:solidFill>
                  <a:schemeClr val="tx1"/>
                </a:solidFill>
                <a:latin typeface="Calibri" panose="020F0502020204030204" pitchFamily="34" charset="0"/>
              </a:defRPr>
            </a:lvl2pPr>
            <a:lvl3pPr marL="11430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4pPr>
            <a:lvl5pPr marL="20574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9pPr>
          </a:lstStyle>
          <a:p>
            <a:pPr algn="ctr" eaLnBrk="1" hangingPunct="1">
              <a:spcBef>
                <a:spcPct val="0"/>
              </a:spcBef>
              <a:spcAft>
                <a:spcPct val="0"/>
              </a:spcAft>
              <a:buFontTx/>
              <a:buNone/>
            </a:pPr>
            <a:endParaRPr lang="en-CA" altLang="en-US" sz="1800" b="0" dirty="0">
              <a:latin typeface="Arial" panose="020B0604020202020204" pitchFamily="34" charset="0"/>
            </a:endParaRPr>
          </a:p>
        </p:txBody>
      </p:sp>
      <p:sp>
        <p:nvSpPr>
          <p:cNvPr id="13318" name="TextBox 5">
            <a:extLst>
              <a:ext uri="{FF2B5EF4-FFF2-40B4-BE49-F238E27FC236}">
                <a16:creationId xmlns:a16="http://schemas.microsoft.com/office/drawing/2014/main" id="{E5295028-54F0-405E-B435-EF5E798EEE2D}"/>
              </a:ext>
            </a:extLst>
          </p:cNvPr>
          <p:cNvSpPr txBox="1">
            <a:spLocks noChangeArrowheads="1"/>
          </p:cNvSpPr>
          <p:nvPr/>
        </p:nvSpPr>
        <p:spPr bwMode="auto">
          <a:xfrm>
            <a:off x="1554163" y="1541463"/>
            <a:ext cx="73914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Clr>
                <a:srgbClr val="0099CC"/>
              </a:buClr>
              <a:defRPr/>
            </a:pPr>
            <a:r>
              <a:rPr lang="en-US" altLang="en-US" sz="3200" dirty="0">
                <a:latin typeface="+mn-lt"/>
              </a:rPr>
              <a:t>Need: basic necessities</a:t>
            </a:r>
          </a:p>
          <a:p>
            <a:pPr eaLnBrk="1" hangingPunct="1">
              <a:spcBef>
                <a:spcPct val="0"/>
              </a:spcBef>
              <a:buClr>
                <a:srgbClr val="0099CC"/>
              </a:buClr>
              <a:defRPr/>
            </a:pPr>
            <a:r>
              <a:rPr lang="en-US" altLang="en-US" sz="3200" dirty="0">
                <a:latin typeface="+mn-lt"/>
              </a:rPr>
              <a:t>Want: how to fulfill that need</a:t>
            </a:r>
          </a:p>
          <a:p>
            <a:pPr eaLnBrk="1" hangingPunct="1">
              <a:spcBef>
                <a:spcPct val="0"/>
              </a:spcBef>
              <a:defRPr/>
            </a:pPr>
            <a:endParaRPr lang="en-US" altLang="en-US" sz="1800" dirty="0">
              <a:latin typeface="+mn-lt"/>
            </a:endParaRPr>
          </a:p>
        </p:txBody>
      </p:sp>
      <p:sp>
        <p:nvSpPr>
          <p:cNvPr id="2" name="Title 1">
            <a:extLst>
              <a:ext uri="{FF2B5EF4-FFF2-40B4-BE49-F238E27FC236}">
                <a16:creationId xmlns:a16="http://schemas.microsoft.com/office/drawing/2014/main" id="{4206B384-5AFF-450B-AD8F-C85B13642F28}"/>
              </a:ext>
            </a:extLst>
          </p:cNvPr>
          <p:cNvSpPr>
            <a:spLocks noGrp="1"/>
          </p:cNvSpPr>
          <p:nvPr>
            <p:ph type="title" sz="quarter"/>
          </p:nvPr>
        </p:nvSpPr>
        <p:spPr>
          <a:xfrm>
            <a:off x="1143000" y="152400"/>
            <a:ext cx="7543800" cy="1143000"/>
          </a:xfrm>
        </p:spPr>
        <p:txBody>
          <a:bodyPr>
            <a:noAutofit/>
          </a:bodyPr>
          <a:lstStyle/>
          <a:p>
            <a:pPr>
              <a:defRPr/>
            </a:pPr>
            <a:r>
              <a:rPr lang="en-US" b="1" dirty="0"/>
              <a:t>Satisfying customer needs &amp; wants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p:blipFill>
        <p:spPr>
          <a:xfrm>
            <a:off x="2362200" y="2646831"/>
            <a:ext cx="4058040" cy="2710770"/>
          </a:xfrm>
          <a:prstGeom prst="rect">
            <a:avLst/>
          </a:prstGeom>
        </p:spPr>
      </p:pic>
      <p:sp>
        <p:nvSpPr>
          <p:cNvPr id="3" name="TextBox 2">
            <a:extLst>
              <a:ext uri="{FF2B5EF4-FFF2-40B4-BE49-F238E27FC236}">
                <a16:creationId xmlns:a16="http://schemas.microsoft.com/office/drawing/2014/main" id="{FF8A907A-764A-4A69-8194-A58DBC2171E0}"/>
              </a:ext>
            </a:extLst>
          </p:cNvPr>
          <p:cNvSpPr txBox="1"/>
          <p:nvPr/>
        </p:nvSpPr>
        <p:spPr>
          <a:xfrm>
            <a:off x="2362200" y="5419639"/>
            <a:ext cx="4267200" cy="553998"/>
          </a:xfrm>
          <a:prstGeom prst="rect">
            <a:avLst/>
          </a:prstGeom>
          <a:noFill/>
        </p:spPr>
        <p:txBody>
          <a:bodyPr wrap="square" rtlCol="0">
            <a:spAutoFit/>
          </a:bodyPr>
          <a:lstStyle/>
          <a:p>
            <a:r>
              <a:rPr lang="en-US" sz="1000" dirty="0"/>
              <a:t>Marketers must identify who will buy their products. Hydro Flask products are geared to people who want a sturdy, reusable bottle that keeps their water cold.</a:t>
            </a:r>
            <a:endParaRPr lang="en-CA" sz="1000"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a:extLst>
              <a:ext uri="{FF2B5EF4-FFF2-40B4-BE49-F238E27FC236}">
                <a16:creationId xmlns:a16="http://schemas.microsoft.com/office/drawing/2014/main" id="{0302F103-3781-489A-8630-BF686915FCEE}"/>
              </a:ext>
            </a:extLst>
          </p:cNvPr>
          <p:cNvSpPr>
            <a:spLocks noChangeArrowheads="1"/>
          </p:cNvSpPr>
          <p:nvPr/>
        </p:nvSpPr>
        <p:spPr bwMode="auto">
          <a:xfrm>
            <a:off x="0" y="1870075"/>
            <a:ext cx="6632575" cy="416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Calibri" panose="020F0502020204030204" pitchFamily="34" charset="0"/>
              </a:defRPr>
            </a:lvl1pPr>
            <a:lvl2pPr marL="742950" indent="-285750">
              <a:spcBef>
                <a:spcPct val="20000"/>
              </a:spcBef>
              <a:buClr>
                <a:schemeClr val="tx2"/>
              </a:buClr>
              <a:buFont typeface="Arial" panose="020B0604020202020204" pitchFamily="34" charset="0"/>
              <a:buChar char="•"/>
              <a:defRPr sz="2000">
                <a:solidFill>
                  <a:schemeClr val="tx1"/>
                </a:solidFill>
                <a:latin typeface="Calibri" panose="020F0502020204030204" pitchFamily="34" charset="0"/>
              </a:defRPr>
            </a:lvl2pPr>
            <a:lvl3pPr marL="11430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4pPr>
            <a:lvl5pPr marL="20574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9pPr>
          </a:lstStyle>
          <a:p>
            <a:pPr algn="ctr" eaLnBrk="1" hangingPunct="1">
              <a:spcBef>
                <a:spcPct val="0"/>
              </a:spcBef>
              <a:spcAft>
                <a:spcPct val="0"/>
              </a:spcAft>
              <a:buFontTx/>
              <a:buNone/>
            </a:pPr>
            <a:endParaRPr lang="en-CA" altLang="en-US" sz="1800" b="0" dirty="0">
              <a:latin typeface="Arial" panose="020B0604020202020204" pitchFamily="34" charset="0"/>
            </a:endParaRPr>
          </a:p>
        </p:txBody>
      </p:sp>
      <p:sp>
        <p:nvSpPr>
          <p:cNvPr id="13318" name="TextBox 5">
            <a:extLst>
              <a:ext uri="{FF2B5EF4-FFF2-40B4-BE49-F238E27FC236}">
                <a16:creationId xmlns:a16="http://schemas.microsoft.com/office/drawing/2014/main" id="{E5295028-54F0-405E-B435-EF5E798EEE2D}"/>
              </a:ext>
            </a:extLst>
          </p:cNvPr>
          <p:cNvSpPr txBox="1">
            <a:spLocks noChangeArrowheads="1"/>
          </p:cNvSpPr>
          <p:nvPr/>
        </p:nvSpPr>
        <p:spPr bwMode="auto">
          <a:xfrm>
            <a:off x="228600" y="1545273"/>
            <a:ext cx="3810000"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marL="0" indent="0" eaLnBrk="1" hangingPunct="1">
              <a:spcBef>
                <a:spcPct val="0"/>
              </a:spcBef>
              <a:buClr>
                <a:srgbClr val="0099CC"/>
              </a:buClr>
              <a:buNone/>
              <a:defRPr/>
            </a:pPr>
            <a:r>
              <a:rPr lang="en-US" altLang="en-US" sz="3200" b="1" i="1" dirty="0">
                <a:solidFill>
                  <a:schemeClr val="tx2">
                    <a:lumMod val="60000"/>
                    <a:lumOff val="40000"/>
                  </a:schemeClr>
                </a:solidFill>
                <a:latin typeface="+mn-lt"/>
                <a:cs typeface="+mn-cs"/>
              </a:rPr>
              <a:t>Target Markets </a:t>
            </a:r>
            <a:r>
              <a:rPr lang="en-US" altLang="en-US" sz="3200" dirty="0">
                <a:latin typeface="+mn-lt"/>
              </a:rPr>
              <a:t>customer segment to whom the firm is interested in selling its products and services </a:t>
            </a:r>
          </a:p>
          <a:p>
            <a:pPr marL="0" indent="0" eaLnBrk="1" hangingPunct="1">
              <a:spcBef>
                <a:spcPct val="0"/>
              </a:spcBef>
              <a:buNone/>
              <a:defRPr/>
            </a:pPr>
            <a:endParaRPr lang="en-US" altLang="en-US" sz="1800" dirty="0">
              <a:latin typeface="+mn-lt"/>
            </a:endParaRPr>
          </a:p>
        </p:txBody>
      </p:sp>
      <p:sp>
        <p:nvSpPr>
          <p:cNvPr id="2" name="Title 1">
            <a:extLst>
              <a:ext uri="{FF2B5EF4-FFF2-40B4-BE49-F238E27FC236}">
                <a16:creationId xmlns:a16="http://schemas.microsoft.com/office/drawing/2014/main" id="{4206B384-5AFF-450B-AD8F-C85B13642F28}"/>
              </a:ext>
            </a:extLst>
          </p:cNvPr>
          <p:cNvSpPr>
            <a:spLocks noGrp="1"/>
          </p:cNvSpPr>
          <p:nvPr>
            <p:ph type="title" sz="quarter"/>
          </p:nvPr>
        </p:nvSpPr>
        <p:spPr>
          <a:xfrm>
            <a:off x="1143000" y="152400"/>
            <a:ext cx="7543800" cy="1143000"/>
          </a:xfrm>
        </p:spPr>
        <p:txBody>
          <a:bodyPr>
            <a:noAutofit/>
          </a:bodyPr>
          <a:lstStyle/>
          <a:p>
            <a:pPr>
              <a:defRPr/>
            </a:pPr>
            <a:r>
              <a:rPr lang="en-US" b="1" dirty="0"/>
              <a:t>Satisfying customer needs &amp; wants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rcRect/>
          <a:stretch/>
        </p:blipFill>
        <p:spPr>
          <a:xfrm>
            <a:off x="4526833" y="2194515"/>
            <a:ext cx="4152347" cy="2773767"/>
          </a:xfrm>
          <a:prstGeom prst="rect">
            <a:avLst/>
          </a:prstGeom>
        </p:spPr>
      </p:pic>
      <p:sp>
        <p:nvSpPr>
          <p:cNvPr id="4" name="TextBox 3">
            <a:extLst>
              <a:ext uri="{FF2B5EF4-FFF2-40B4-BE49-F238E27FC236}">
                <a16:creationId xmlns:a16="http://schemas.microsoft.com/office/drawing/2014/main" id="{0F56CFD7-1BAB-41B6-9267-35E7731FC840}"/>
              </a:ext>
            </a:extLst>
          </p:cNvPr>
          <p:cNvSpPr txBox="1"/>
          <p:nvPr/>
        </p:nvSpPr>
        <p:spPr>
          <a:xfrm>
            <a:off x="4914900" y="5100082"/>
            <a:ext cx="3505200" cy="400110"/>
          </a:xfrm>
          <a:prstGeom prst="rect">
            <a:avLst/>
          </a:prstGeom>
          <a:noFill/>
        </p:spPr>
        <p:txBody>
          <a:bodyPr wrap="square" rtlCol="0">
            <a:spAutoFit/>
          </a:bodyPr>
          <a:lstStyle/>
          <a:p>
            <a:r>
              <a:rPr lang="en-US" sz="1000" dirty="0"/>
              <a:t>What type of customer would buy a car valued at over $80,000? </a:t>
            </a:r>
            <a:endParaRPr lang="en-CA" sz="1000" dirty="0"/>
          </a:p>
        </p:txBody>
      </p:sp>
    </p:spTree>
    <p:extLst>
      <p:ext uri="{BB962C8B-B14F-4D97-AF65-F5344CB8AC3E}">
        <p14:creationId xmlns:p14="http://schemas.microsoft.com/office/powerpoint/2010/main" val="252666180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Text Box 3">
            <a:extLst>
              <a:ext uri="{FF2B5EF4-FFF2-40B4-BE49-F238E27FC236}">
                <a16:creationId xmlns:a16="http://schemas.microsoft.com/office/drawing/2014/main" id="{908C68B9-283E-4E54-A93E-A4B09E38871C}"/>
              </a:ext>
            </a:extLst>
          </p:cNvPr>
          <p:cNvSpPr txBox="1">
            <a:spLocks noChangeArrowheads="1"/>
          </p:cNvSpPr>
          <p:nvPr/>
        </p:nvSpPr>
        <p:spPr bwMode="auto">
          <a:xfrm>
            <a:off x="4316413" y="2057400"/>
            <a:ext cx="4592637" cy="384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Clr>
                <a:srgbClr val="00B0F0"/>
              </a:buClr>
              <a:buFontTx/>
              <a:buChar char="•"/>
              <a:defRPr/>
            </a:pPr>
            <a:r>
              <a:rPr lang="en-US" altLang="en-US" dirty="0"/>
              <a:t> </a:t>
            </a:r>
            <a:r>
              <a:rPr lang="en-US" altLang="en-US" sz="2400" dirty="0">
                <a:latin typeface="+mn-lt"/>
              </a:rPr>
              <a:t>The exchange can occur  </a:t>
            </a:r>
            <a:br>
              <a:rPr lang="en-US" altLang="en-US" sz="2400" dirty="0">
                <a:latin typeface="+mn-lt"/>
              </a:rPr>
            </a:br>
            <a:r>
              <a:rPr lang="en-US" altLang="en-US" sz="2400" dirty="0">
                <a:latin typeface="+mn-lt"/>
              </a:rPr>
              <a:t>  between any two parties</a:t>
            </a:r>
          </a:p>
          <a:p>
            <a:pPr eaLnBrk="1" hangingPunct="1">
              <a:spcBef>
                <a:spcPct val="0"/>
              </a:spcBef>
              <a:buClr>
                <a:srgbClr val="00B0F0"/>
              </a:buClr>
              <a:buFont typeface="Arial" pitchFamily="34" charset="0"/>
              <a:buNone/>
              <a:defRPr/>
            </a:pPr>
            <a:endParaRPr lang="en-US" altLang="en-US" sz="2400" dirty="0">
              <a:latin typeface="+mn-lt"/>
            </a:endParaRPr>
          </a:p>
          <a:p>
            <a:pPr eaLnBrk="1" hangingPunct="1">
              <a:spcBef>
                <a:spcPct val="0"/>
              </a:spcBef>
              <a:buClr>
                <a:srgbClr val="00B0F0"/>
              </a:buClr>
              <a:buFontTx/>
              <a:buChar char="•"/>
              <a:defRPr/>
            </a:pPr>
            <a:r>
              <a:rPr lang="en-US" altLang="en-US" sz="2400" dirty="0">
                <a:latin typeface="+mn-lt"/>
              </a:rPr>
              <a:t> Not simply a buyer and  </a:t>
            </a:r>
            <a:br>
              <a:rPr lang="en-US" altLang="en-US" sz="2400" dirty="0">
                <a:latin typeface="+mn-lt"/>
              </a:rPr>
            </a:br>
            <a:r>
              <a:rPr lang="en-US" altLang="en-US" sz="2400" dirty="0">
                <a:latin typeface="+mn-lt"/>
              </a:rPr>
              <a:t>  seller exchanging money </a:t>
            </a:r>
            <a:br>
              <a:rPr lang="en-US" altLang="en-US" sz="2400" dirty="0">
                <a:latin typeface="+mn-lt"/>
              </a:rPr>
            </a:br>
            <a:r>
              <a:rPr lang="en-US" altLang="en-US" sz="2400" dirty="0">
                <a:latin typeface="+mn-lt"/>
              </a:rPr>
              <a:t>  for a good or service</a:t>
            </a:r>
          </a:p>
          <a:p>
            <a:pPr eaLnBrk="1" hangingPunct="1">
              <a:spcBef>
                <a:spcPct val="0"/>
              </a:spcBef>
              <a:buClr>
                <a:srgbClr val="00B0F0"/>
              </a:buClr>
              <a:buFont typeface="Arial" pitchFamily="34" charset="0"/>
              <a:buNone/>
              <a:defRPr/>
            </a:pPr>
            <a:endParaRPr lang="en-US" altLang="en-US" sz="2400" dirty="0">
              <a:latin typeface="+mn-lt"/>
            </a:endParaRPr>
          </a:p>
          <a:p>
            <a:pPr eaLnBrk="1" hangingPunct="1">
              <a:spcBef>
                <a:spcPct val="0"/>
              </a:spcBef>
              <a:buClr>
                <a:srgbClr val="00B0F0"/>
              </a:buClr>
              <a:buFontTx/>
              <a:buChar char="•"/>
              <a:defRPr/>
            </a:pPr>
            <a:r>
              <a:rPr lang="en-US" altLang="en-US" sz="2400" dirty="0">
                <a:latin typeface="+mn-lt"/>
              </a:rPr>
              <a:t> Can be an exchange of </a:t>
            </a:r>
            <a:br>
              <a:rPr lang="en-US" altLang="en-US" sz="2400" dirty="0">
                <a:latin typeface="+mn-lt"/>
              </a:rPr>
            </a:br>
            <a:r>
              <a:rPr lang="en-US" altLang="en-US" sz="2400" dirty="0">
                <a:latin typeface="+mn-lt"/>
              </a:rPr>
              <a:t>  information for </a:t>
            </a:r>
            <a:br>
              <a:rPr lang="en-US" altLang="en-US" sz="2400" dirty="0">
                <a:latin typeface="+mn-lt"/>
              </a:rPr>
            </a:br>
            <a:r>
              <a:rPr lang="en-US" altLang="en-US" sz="2400" dirty="0">
                <a:latin typeface="+mn-lt"/>
              </a:rPr>
              <a:t>  convenience</a:t>
            </a:r>
          </a:p>
        </p:txBody>
      </p:sp>
      <p:sp>
        <p:nvSpPr>
          <p:cNvPr id="3" name="Title 2">
            <a:extLst>
              <a:ext uri="{FF2B5EF4-FFF2-40B4-BE49-F238E27FC236}">
                <a16:creationId xmlns:a16="http://schemas.microsoft.com/office/drawing/2014/main" id="{FCC36228-50D1-4C78-BE5B-44F8F66C3448}"/>
              </a:ext>
            </a:extLst>
          </p:cNvPr>
          <p:cNvSpPr>
            <a:spLocks noGrp="1"/>
          </p:cNvSpPr>
          <p:nvPr>
            <p:ph type="title"/>
          </p:nvPr>
        </p:nvSpPr>
        <p:spPr>
          <a:xfrm>
            <a:off x="1146175" y="152400"/>
            <a:ext cx="6907213" cy="1371600"/>
          </a:xfrm>
        </p:spPr>
        <p:txBody>
          <a:bodyPr/>
          <a:lstStyle/>
          <a:p>
            <a:pPr>
              <a:defRPr/>
            </a:pPr>
            <a:r>
              <a:rPr lang="en-US" b="1" dirty="0"/>
              <a:t>Entails a marketing exchange</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p:blipFill>
        <p:spPr>
          <a:xfrm>
            <a:off x="1600200" y="1681123"/>
            <a:ext cx="1010369" cy="3495753"/>
          </a:xfrm>
          <a:prstGeom prst="rect">
            <a:avLst/>
          </a:prstGeom>
        </p:spPr>
      </p:pic>
      <p:sp>
        <p:nvSpPr>
          <p:cNvPr id="2" name="TextBox 1">
            <a:extLst>
              <a:ext uri="{FF2B5EF4-FFF2-40B4-BE49-F238E27FC236}">
                <a16:creationId xmlns:a16="http://schemas.microsoft.com/office/drawing/2014/main" id="{927AEF38-5ECE-413D-9B8E-90FC53378BEE}"/>
              </a:ext>
            </a:extLst>
          </p:cNvPr>
          <p:cNvSpPr txBox="1"/>
          <p:nvPr/>
        </p:nvSpPr>
        <p:spPr>
          <a:xfrm>
            <a:off x="1524000" y="5319137"/>
            <a:ext cx="1371600" cy="1169551"/>
          </a:xfrm>
          <a:prstGeom prst="rect">
            <a:avLst/>
          </a:prstGeom>
          <a:noFill/>
        </p:spPr>
        <p:txBody>
          <a:bodyPr wrap="square" rtlCol="0">
            <a:spAutoFit/>
          </a:bodyPr>
          <a:lstStyle/>
          <a:p>
            <a:r>
              <a:rPr lang="en-US" sz="1000" dirty="0"/>
              <a:t>When you buy a Takeya Actives water bottle, you exchange the bottle for money and information about yourself.</a:t>
            </a:r>
            <a:endParaRPr lang="en-CA" sz="10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E881C-96F6-4405-B309-7D03B0A461A1}"/>
              </a:ext>
            </a:extLst>
          </p:cNvPr>
          <p:cNvSpPr>
            <a:spLocks noGrp="1"/>
          </p:cNvSpPr>
          <p:nvPr>
            <p:ph type="title"/>
          </p:nvPr>
        </p:nvSpPr>
        <p:spPr>
          <a:xfrm>
            <a:off x="1146175" y="152400"/>
            <a:ext cx="7134225" cy="1371600"/>
          </a:xfrm>
        </p:spPr>
        <p:txBody>
          <a:bodyPr/>
          <a:lstStyle/>
          <a:p>
            <a:pPr>
              <a:defRPr/>
            </a:pPr>
            <a:r>
              <a:rPr lang="en-US" b="1" dirty="0"/>
              <a:t>Marketing entails an exchange</a:t>
            </a:r>
          </a:p>
        </p:txBody>
      </p:sp>
      <p:pic>
        <p:nvPicPr>
          <p:cNvPr id="3" name="Picture 2">
            <a:extLst>
              <a:ext uri="{FF2B5EF4-FFF2-40B4-BE49-F238E27FC236}">
                <a16:creationId xmlns:a16="http://schemas.microsoft.com/office/drawing/2014/main" id="{D2295A9B-41E5-45C7-BEC0-6C89401233A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83797" y="2214721"/>
            <a:ext cx="7245803" cy="3246120"/>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3" name="Text Box 3">
            <a:extLst>
              <a:ext uri="{FF2B5EF4-FFF2-40B4-BE49-F238E27FC236}">
                <a16:creationId xmlns:a16="http://schemas.microsoft.com/office/drawing/2014/main" id="{31FB3DBD-22B3-4402-9C37-25D7F1F116A0}"/>
              </a:ext>
            </a:extLst>
          </p:cNvPr>
          <p:cNvSpPr txBox="1">
            <a:spLocks noChangeArrowheads="1"/>
          </p:cNvSpPr>
          <p:nvPr/>
        </p:nvSpPr>
        <p:spPr bwMode="auto">
          <a:xfrm>
            <a:off x="246063" y="2362200"/>
            <a:ext cx="8440737"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000" b="1" dirty="0">
                <a:latin typeface="+mn-lt"/>
              </a:rPr>
              <a:t>	Which of the following is NOT part of a marketing exchange? </a:t>
            </a:r>
          </a:p>
          <a:p>
            <a:pPr eaLnBrk="1" hangingPunct="1">
              <a:spcBef>
                <a:spcPct val="0"/>
              </a:spcBef>
              <a:buFontTx/>
              <a:buNone/>
              <a:defRPr/>
            </a:pPr>
            <a:r>
              <a:rPr lang="en-US" altLang="en-US" sz="2000" dirty="0">
                <a:latin typeface="+mn-lt"/>
              </a:rPr>
              <a:t>	A)	Sellers provide products or services. </a:t>
            </a:r>
          </a:p>
          <a:p>
            <a:pPr eaLnBrk="1" hangingPunct="1">
              <a:spcBef>
                <a:spcPct val="0"/>
              </a:spcBef>
              <a:buFontTx/>
              <a:buNone/>
              <a:defRPr/>
            </a:pPr>
            <a:r>
              <a:rPr lang="en-US" altLang="en-US" sz="2000" dirty="0">
                <a:latin typeface="+mn-lt"/>
              </a:rPr>
              <a:t>	B)	Sellers communicate and facilitate delivery. </a:t>
            </a:r>
          </a:p>
          <a:p>
            <a:pPr eaLnBrk="1" hangingPunct="1">
              <a:spcBef>
                <a:spcPct val="0"/>
              </a:spcBef>
              <a:buFontTx/>
              <a:buNone/>
              <a:defRPr/>
            </a:pPr>
            <a:r>
              <a:rPr lang="en-US" altLang="en-US" sz="2000" dirty="0">
                <a:latin typeface="+mn-lt"/>
              </a:rPr>
              <a:t>	C)	Marketers assess the effectiveness of their </a:t>
            </a:r>
            <a:br>
              <a:rPr lang="en-US" altLang="en-US" sz="2000" dirty="0">
                <a:latin typeface="+mn-lt"/>
              </a:rPr>
            </a:br>
            <a:r>
              <a:rPr lang="en-US" altLang="en-US" sz="2000" dirty="0">
                <a:latin typeface="+mn-lt"/>
              </a:rPr>
              <a:t>		advertising. </a:t>
            </a:r>
          </a:p>
          <a:p>
            <a:pPr eaLnBrk="1" hangingPunct="1">
              <a:spcBef>
                <a:spcPct val="0"/>
              </a:spcBef>
              <a:buFontTx/>
              <a:buNone/>
              <a:defRPr/>
            </a:pPr>
            <a:r>
              <a:rPr lang="en-US" altLang="en-US" sz="2000" dirty="0">
                <a:latin typeface="+mn-lt"/>
              </a:rPr>
              <a:t>	D)	Buyers complete the exchange by giving money</a:t>
            </a:r>
            <a:br>
              <a:rPr lang="en-US" altLang="en-US" sz="2000" dirty="0">
                <a:latin typeface="+mn-lt"/>
              </a:rPr>
            </a:br>
            <a:r>
              <a:rPr lang="en-US" altLang="en-US" sz="2000" dirty="0">
                <a:latin typeface="+mn-lt"/>
              </a:rPr>
              <a:t>		and information to the seller. </a:t>
            </a:r>
            <a:endParaRPr lang="en-US" altLang="en-US" sz="2200" dirty="0">
              <a:latin typeface="+mn-lt"/>
            </a:endParaRPr>
          </a:p>
        </p:txBody>
      </p:sp>
      <p:grpSp>
        <p:nvGrpSpPr>
          <p:cNvPr id="8" name="Group 8">
            <a:extLst>
              <a:ext uri="{FF2B5EF4-FFF2-40B4-BE49-F238E27FC236}">
                <a16:creationId xmlns:a16="http://schemas.microsoft.com/office/drawing/2014/main" id="{44E67752-AB17-46A6-BD0E-F3F4A78D005D}"/>
              </a:ext>
            </a:extLst>
          </p:cNvPr>
          <p:cNvGrpSpPr>
            <a:grpSpLocks/>
          </p:cNvGrpSpPr>
          <p:nvPr/>
        </p:nvGrpSpPr>
        <p:grpSpPr bwMode="auto">
          <a:xfrm>
            <a:off x="1219200" y="609600"/>
            <a:ext cx="7162800" cy="1295400"/>
            <a:chOff x="576" y="192"/>
            <a:chExt cx="4512" cy="816"/>
          </a:xfrm>
          <a:solidFill>
            <a:schemeClr val="accent2"/>
          </a:solidFill>
        </p:grpSpPr>
        <p:sp>
          <p:nvSpPr>
            <p:cNvPr id="9" name="Rounded Rectangle 8">
              <a:extLst>
                <a:ext uri="{FF2B5EF4-FFF2-40B4-BE49-F238E27FC236}">
                  <a16:creationId xmlns:a16="http://schemas.microsoft.com/office/drawing/2014/main" id="{EE347226-1FA9-41C1-BEFD-FEB00C7FF398}"/>
                </a:ext>
              </a:extLst>
            </p:cNvPr>
            <p:cNvSpPr/>
            <p:nvPr/>
          </p:nvSpPr>
          <p:spPr>
            <a:xfrm>
              <a:off x="576" y="192"/>
              <a:ext cx="4512" cy="816"/>
            </a:xfrm>
            <a:prstGeom prst="roundRect">
              <a:avLst/>
            </a:prstGeom>
            <a:grp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2945" tIns="41473" rIns="82945" bIns="41473" anchor="ctr"/>
            <a:lstStyle/>
            <a:p>
              <a:pPr algn="ctr" eaLnBrk="1" fontAlgn="auto" hangingPunct="1">
                <a:spcBef>
                  <a:spcPts val="0"/>
                </a:spcBef>
                <a:spcAft>
                  <a:spcPts val="0"/>
                </a:spcAft>
                <a:defRPr/>
              </a:pPr>
              <a:endParaRPr lang="en-US" dirty="0">
                <a:latin typeface="+mj-lt"/>
              </a:endParaRPr>
            </a:p>
          </p:txBody>
        </p:sp>
        <p:sp>
          <p:nvSpPr>
            <p:cNvPr id="10" name="Text Box 7">
              <a:extLst>
                <a:ext uri="{FF2B5EF4-FFF2-40B4-BE49-F238E27FC236}">
                  <a16:creationId xmlns:a16="http://schemas.microsoft.com/office/drawing/2014/main" id="{28A5B0BA-80A6-4FB8-9244-E73891F5FCE1}"/>
                </a:ext>
              </a:extLst>
            </p:cNvPr>
            <p:cNvSpPr txBox="1">
              <a:spLocks noChangeArrowheads="1"/>
            </p:cNvSpPr>
            <p:nvPr/>
          </p:nvSpPr>
          <p:spPr bwMode="auto">
            <a:xfrm>
              <a:off x="624" y="384"/>
              <a:ext cx="4416"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algn="ctr" eaLnBrk="1" hangingPunct="1">
                <a:spcBef>
                  <a:spcPct val="0"/>
                </a:spcBef>
                <a:buFontTx/>
                <a:buNone/>
                <a:defRPr/>
              </a:pPr>
              <a:r>
                <a:rPr lang="en-US" altLang="en-US" sz="3200" b="1" dirty="0">
                  <a:solidFill>
                    <a:schemeClr val="bg1"/>
                  </a:solidFill>
                  <a:latin typeface="+mj-lt"/>
                </a:rPr>
                <a:t>Test Your Knowledge</a:t>
              </a:r>
            </a:p>
          </p:txBody>
        </p:sp>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3" name="Text Box 3">
            <a:extLst>
              <a:ext uri="{FF2B5EF4-FFF2-40B4-BE49-F238E27FC236}">
                <a16:creationId xmlns:a16="http://schemas.microsoft.com/office/drawing/2014/main" id="{31FB3DBD-22B3-4402-9C37-25D7F1F116A0}"/>
              </a:ext>
            </a:extLst>
          </p:cNvPr>
          <p:cNvSpPr txBox="1">
            <a:spLocks noChangeArrowheads="1"/>
          </p:cNvSpPr>
          <p:nvPr/>
        </p:nvSpPr>
        <p:spPr bwMode="auto">
          <a:xfrm>
            <a:off x="246063" y="2362200"/>
            <a:ext cx="8440737"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000" b="1" dirty="0">
                <a:latin typeface="+mn-lt"/>
              </a:rPr>
              <a:t>	Which of the following is NOT part of a marketing exchange? </a:t>
            </a:r>
          </a:p>
          <a:p>
            <a:pPr eaLnBrk="1" hangingPunct="1">
              <a:spcBef>
                <a:spcPct val="0"/>
              </a:spcBef>
              <a:buFontTx/>
              <a:buNone/>
              <a:defRPr/>
            </a:pPr>
            <a:r>
              <a:rPr lang="en-US" altLang="en-US" sz="2000" dirty="0">
                <a:latin typeface="+mn-lt"/>
              </a:rPr>
              <a:t>	A)	Sellers provide products or services. </a:t>
            </a:r>
          </a:p>
          <a:p>
            <a:pPr eaLnBrk="1" hangingPunct="1">
              <a:spcBef>
                <a:spcPct val="0"/>
              </a:spcBef>
              <a:buFontTx/>
              <a:buNone/>
              <a:defRPr/>
            </a:pPr>
            <a:r>
              <a:rPr lang="en-US" altLang="en-US" sz="2000" dirty="0">
                <a:latin typeface="+mn-lt"/>
              </a:rPr>
              <a:t>	B)	Sellers communicate and facilitate delivery. </a:t>
            </a:r>
          </a:p>
          <a:p>
            <a:pPr eaLnBrk="1" hangingPunct="1">
              <a:spcBef>
                <a:spcPct val="0"/>
              </a:spcBef>
              <a:buFontTx/>
              <a:buNone/>
              <a:defRPr/>
            </a:pPr>
            <a:r>
              <a:rPr lang="en-US" altLang="en-US" sz="2000" b="1" dirty="0">
                <a:latin typeface="+mn-lt"/>
              </a:rPr>
              <a:t>	C)	Marketers assess the effectiveness of their </a:t>
            </a:r>
            <a:br>
              <a:rPr lang="en-US" altLang="en-US" sz="2000" b="1" dirty="0">
                <a:latin typeface="+mn-lt"/>
              </a:rPr>
            </a:br>
            <a:r>
              <a:rPr lang="en-US" altLang="en-US" sz="2000" b="1" dirty="0">
                <a:latin typeface="+mn-lt"/>
              </a:rPr>
              <a:t>		advertising. </a:t>
            </a:r>
          </a:p>
          <a:p>
            <a:pPr eaLnBrk="1" hangingPunct="1">
              <a:spcBef>
                <a:spcPct val="0"/>
              </a:spcBef>
              <a:buFontTx/>
              <a:buNone/>
              <a:defRPr/>
            </a:pPr>
            <a:r>
              <a:rPr lang="en-US" altLang="en-US" sz="2000" dirty="0">
                <a:latin typeface="+mn-lt"/>
              </a:rPr>
              <a:t>	D)	Buyers complete the exchange by giving money</a:t>
            </a:r>
            <a:br>
              <a:rPr lang="en-US" altLang="en-US" sz="2000" dirty="0">
                <a:latin typeface="+mn-lt"/>
              </a:rPr>
            </a:br>
            <a:r>
              <a:rPr lang="en-US" altLang="en-US" sz="2000" dirty="0">
                <a:latin typeface="+mn-lt"/>
              </a:rPr>
              <a:t>		and information to the seller. </a:t>
            </a:r>
            <a:endParaRPr lang="en-US" altLang="en-US" sz="2200" dirty="0">
              <a:latin typeface="+mn-lt"/>
            </a:endParaRPr>
          </a:p>
        </p:txBody>
      </p:sp>
      <p:grpSp>
        <p:nvGrpSpPr>
          <p:cNvPr id="8" name="Group 8">
            <a:extLst>
              <a:ext uri="{FF2B5EF4-FFF2-40B4-BE49-F238E27FC236}">
                <a16:creationId xmlns:a16="http://schemas.microsoft.com/office/drawing/2014/main" id="{44E67752-AB17-46A6-BD0E-F3F4A78D005D}"/>
              </a:ext>
            </a:extLst>
          </p:cNvPr>
          <p:cNvGrpSpPr>
            <a:grpSpLocks/>
          </p:cNvGrpSpPr>
          <p:nvPr/>
        </p:nvGrpSpPr>
        <p:grpSpPr bwMode="auto">
          <a:xfrm>
            <a:off x="1219200" y="510639"/>
            <a:ext cx="7247906" cy="1394361"/>
            <a:chOff x="576" y="192"/>
            <a:chExt cx="4512" cy="816"/>
          </a:xfrm>
          <a:solidFill>
            <a:schemeClr val="accent2"/>
          </a:solidFill>
        </p:grpSpPr>
        <p:sp>
          <p:nvSpPr>
            <p:cNvPr id="9" name="Rounded Rectangle 8">
              <a:extLst>
                <a:ext uri="{FF2B5EF4-FFF2-40B4-BE49-F238E27FC236}">
                  <a16:creationId xmlns:a16="http://schemas.microsoft.com/office/drawing/2014/main" id="{EE347226-1FA9-41C1-BEFD-FEB00C7FF398}"/>
                </a:ext>
              </a:extLst>
            </p:cNvPr>
            <p:cNvSpPr/>
            <p:nvPr/>
          </p:nvSpPr>
          <p:spPr>
            <a:xfrm>
              <a:off x="576" y="192"/>
              <a:ext cx="4512" cy="816"/>
            </a:xfrm>
            <a:prstGeom prst="roundRect">
              <a:avLst/>
            </a:prstGeom>
            <a:grp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2945" tIns="41473" rIns="82945" bIns="41473" anchor="ctr"/>
            <a:lstStyle/>
            <a:p>
              <a:pPr algn="ctr" eaLnBrk="1" fontAlgn="auto" hangingPunct="1">
                <a:spcBef>
                  <a:spcPts val="0"/>
                </a:spcBef>
                <a:spcAft>
                  <a:spcPts val="0"/>
                </a:spcAft>
                <a:defRPr/>
              </a:pPr>
              <a:endParaRPr lang="en-US" dirty="0">
                <a:latin typeface="+mj-lt"/>
              </a:endParaRPr>
            </a:p>
          </p:txBody>
        </p:sp>
        <p:sp>
          <p:nvSpPr>
            <p:cNvPr id="10" name="Text Box 7">
              <a:extLst>
                <a:ext uri="{FF2B5EF4-FFF2-40B4-BE49-F238E27FC236}">
                  <a16:creationId xmlns:a16="http://schemas.microsoft.com/office/drawing/2014/main" id="{28A5B0BA-80A6-4FB8-9244-E73891F5FCE1}"/>
                </a:ext>
              </a:extLst>
            </p:cNvPr>
            <p:cNvSpPr txBox="1">
              <a:spLocks noChangeArrowheads="1"/>
            </p:cNvSpPr>
            <p:nvPr/>
          </p:nvSpPr>
          <p:spPr bwMode="auto">
            <a:xfrm>
              <a:off x="624" y="384"/>
              <a:ext cx="4416"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algn="ctr" eaLnBrk="1" hangingPunct="1">
                <a:spcBef>
                  <a:spcPct val="0"/>
                </a:spcBef>
                <a:buFontTx/>
                <a:buNone/>
                <a:defRPr/>
              </a:pPr>
              <a:r>
                <a:rPr lang="en-US" altLang="en-US" sz="3200" b="1" dirty="0">
                  <a:solidFill>
                    <a:schemeClr val="bg1"/>
                  </a:solidFill>
                  <a:latin typeface="+mj-lt"/>
                </a:rPr>
                <a:t>Test Your Knowledge</a:t>
              </a:r>
            </a:p>
          </p:txBody>
        </p:sp>
      </p:grpSp>
    </p:spTree>
    <p:extLst>
      <p:ext uri="{BB962C8B-B14F-4D97-AF65-F5344CB8AC3E}">
        <p14:creationId xmlns:p14="http://schemas.microsoft.com/office/powerpoint/2010/main" val="234872214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DCD70-F193-4CBE-BB6B-199717E76686}"/>
              </a:ext>
            </a:extLst>
          </p:cNvPr>
          <p:cNvSpPr>
            <a:spLocks noGrp="1"/>
          </p:cNvSpPr>
          <p:nvPr>
            <p:ph type="title"/>
          </p:nvPr>
        </p:nvSpPr>
        <p:spPr>
          <a:xfrm>
            <a:off x="1143000" y="152400"/>
            <a:ext cx="7429500" cy="1658198"/>
          </a:xfrm>
        </p:spPr>
        <p:txBody>
          <a:bodyPr>
            <a:normAutofit/>
          </a:bodyPr>
          <a:lstStyle/>
          <a:p>
            <a:pPr>
              <a:defRPr/>
            </a:pPr>
            <a:r>
              <a:rPr lang="en-US" sz="4400" b="1" dirty="0"/>
              <a:t>Marketing requires marketing mix decisions</a:t>
            </a:r>
          </a:p>
        </p:txBody>
      </p:sp>
      <p:pic>
        <p:nvPicPr>
          <p:cNvPr id="29700" name="Picture 5">
            <a:extLst>
              <a:ext uri="{FF2B5EF4-FFF2-40B4-BE49-F238E27FC236}">
                <a16:creationId xmlns:a16="http://schemas.microsoft.com/office/drawing/2014/main" id="{48956821-5494-440C-A8C9-27292C9BDA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990600" y="1605302"/>
            <a:ext cx="6543675" cy="47507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EC68C488-00F3-471B-BB6D-99288A035381}"/>
              </a:ext>
            </a:extLst>
          </p:cNvPr>
          <p:cNvGraphicFramePr/>
          <p:nvPr>
            <p:extLst>
              <p:ext uri="{D42A27DB-BD31-4B8C-83A1-F6EECF244321}">
                <p14:modId xmlns:p14="http://schemas.microsoft.com/office/powerpoint/2010/main" val="3998856883"/>
              </p:ext>
            </p:extLst>
          </p:nvPr>
        </p:nvGraphicFramePr>
        <p:xfrm>
          <a:off x="304800" y="1981200"/>
          <a:ext cx="5410200" cy="37007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BFE2D569-0292-41DF-A57A-0847117A790B}"/>
              </a:ext>
            </a:extLst>
          </p:cNvPr>
          <p:cNvSpPr>
            <a:spLocks noGrp="1"/>
          </p:cNvSpPr>
          <p:nvPr>
            <p:ph type="title"/>
          </p:nvPr>
        </p:nvSpPr>
        <p:spPr>
          <a:xfrm>
            <a:off x="1143000" y="152400"/>
            <a:ext cx="7543800" cy="1143000"/>
          </a:xfrm>
        </p:spPr>
        <p:txBody>
          <a:bodyPr/>
          <a:lstStyle/>
          <a:p>
            <a:pPr>
              <a:defRPr/>
            </a:pPr>
            <a:r>
              <a:rPr lang="en-US" b="1" dirty="0"/>
              <a:t>Product: creating value</a:t>
            </a: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rcRect/>
          <a:stretch/>
        </p:blipFill>
        <p:spPr>
          <a:xfrm>
            <a:off x="6224232" y="2081632"/>
            <a:ext cx="2265588" cy="2857500"/>
          </a:xfrm>
          <a:prstGeom prst="rect">
            <a:avLst/>
          </a:prstGeom>
        </p:spPr>
      </p:pic>
      <p:sp>
        <p:nvSpPr>
          <p:cNvPr id="3" name="TextBox 2">
            <a:extLst>
              <a:ext uri="{FF2B5EF4-FFF2-40B4-BE49-F238E27FC236}">
                <a16:creationId xmlns:a16="http://schemas.microsoft.com/office/drawing/2014/main" id="{F487808A-EEF8-4A66-A192-7762D1AB8D3D}"/>
              </a:ext>
            </a:extLst>
          </p:cNvPr>
          <p:cNvSpPr txBox="1"/>
          <p:nvPr/>
        </p:nvSpPr>
        <p:spPr>
          <a:xfrm>
            <a:off x="6224232" y="4969612"/>
            <a:ext cx="2265588" cy="553998"/>
          </a:xfrm>
          <a:prstGeom prst="rect">
            <a:avLst/>
          </a:prstGeom>
          <a:noFill/>
        </p:spPr>
        <p:txBody>
          <a:bodyPr wrap="square" rtlCol="0">
            <a:spAutoFit/>
          </a:bodyPr>
          <a:lstStyle/>
          <a:p>
            <a:r>
              <a:rPr lang="en-US" sz="1000" dirty="0"/>
              <a:t>All watches are goods, and they tell the time. But Rolex is marketed as a status brand.</a:t>
            </a:r>
            <a:endParaRPr lang="en-CA" sz="1000"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2" name="AutoShape 13">
            <a:extLst>
              <a:ext uri="{FF2B5EF4-FFF2-40B4-BE49-F238E27FC236}">
                <a16:creationId xmlns:a16="http://schemas.microsoft.com/office/drawing/2014/main" id="{03EB0F85-F4E3-4DEA-8B76-D4389A69B2BC}"/>
              </a:ext>
            </a:extLst>
          </p:cNvPr>
          <p:cNvSpPr>
            <a:spLocks noChangeArrowheads="1"/>
          </p:cNvSpPr>
          <p:nvPr/>
        </p:nvSpPr>
        <p:spPr bwMode="auto">
          <a:xfrm>
            <a:off x="2605088" y="2124075"/>
            <a:ext cx="4070350" cy="2271713"/>
          </a:xfrm>
          <a:prstGeom prst="roundRect">
            <a:avLst>
              <a:gd name="adj" fmla="val 16667"/>
            </a:avLst>
          </a:prstGeom>
          <a:noFill/>
          <a:ln w="9525" algn="ctr">
            <a:solidFill>
              <a:schemeClr val="accent6">
                <a:lumMod val="75000"/>
              </a:schemeClr>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spcBef>
                <a:spcPct val="20000"/>
              </a:spcBef>
              <a:spcAft>
                <a:spcPts val="600"/>
              </a:spcAft>
              <a:buFont typeface="Arial" charset="0"/>
              <a:defRPr sz="2000" b="1">
                <a:solidFill>
                  <a:schemeClr val="tx1"/>
                </a:solidFill>
                <a:latin typeface="Calibri" pitchFamily="34" charset="0"/>
              </a:defRPr>
            </a:lvl1pPr>
            <a:lvl2pPr marL="742950" indent="-285750" eaLnBrk="0" hangingPunct="0">
              <a:spcBef>
                <a:spcPct val="20000"/>
              </a:spcBef>
              <a:buClr>
                <a:schemeClr val="tx2"/>
              </a:buClr>
              <a:buFont typeface="Arial" charset="0"/>
              <a:buChar char="•"/>
              <a:defRPr sz="2000">
                <a:solidFill>
                  <a:schemeClr val="tx1"/>
                </a:solidFill>
                <a:latin typeface="Calibri" pitchFamily="34" charset="0"/>
              </a:defRPr>
            </a:lvl2pPr>
            <a:lvl3pPr marL="1143000" indent="-228600" eaLnBrk="0" hangingPunct="0">
              <a:spcBef>
                <a:spcPct val="20000"/>
              </a:spcBef>
              <a:buClr>
                <a:schemeClr val="tx2"/>
              </a:buClr>
              <a:buFont typeface="Arial" charset="0"/>
              <a:buChar char="•"/>
              <a:defRPr>
                <a:solidFill>
                  <a:schemeClr val="tx1"/>
                </a:solidFill>
                <a:latin typeface="Calibri" pitchFamily="34" charset="0"/>
              </a:defRPr>
            </a:lvl3pPr>
            <a:lvl4pPr marL="1600200" indent="-228600" eaLnBrk="0" hangingPunct="0">
              <a:spcBef>
                <a:spcPct val="20000"/>
              </a:spcBef>
              <a:buClr>
                <a:schemeClr val="tx2"/>
              </a:buClr>
              <a:buFont typeface="Arial" charset="0"/>
              <a:buChar char="•"/>
              <a:defRPr>
                <a:solidFill>
                  <a:schemeClr val="tx1"/>
                </a:solidFill>
                <a:latin typeface="Calibri" pitchFamily="34" charset="0"/>
              </a:defRPr>
            </a:lvl4pPr>
            <a:lvl5pPr marL="2057400" indent="-228600" eaLnBrk="0" hangingPunct="0">
              <a:spcBef>
                <a:spcPct val="20000"/>
              </a:spcBef>
              <a:buClr>
                <a:schemeClr val="tx2"/>
              </a:buClr>
              <a:buFont typeface="Arial" charset="0"/>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9pPr>
          </a:lstStyle>
          <a:p>
            <a:pPr eaLnBrk="1" hangingPunct="1">
              <a:spcBef>
                <a:spcPct val="0"/>
              </a:spcBef>
              <a:spcAft>
                <a:spcPct val="0"/>
              </a:spcAft>
              <a:buFontTx/>
              <a:buNone/>
              <a:defRPr/>
            </a:pPr>
            <a:endParaRPr lang="en-CA" altLang="en-US" sz="1800" b="0" dirty="0">
              <a:latin typeface="Arial" charset="0"/>
              <a:cs typeface="Arial" charset="0"/>
            </a:endParaRPr>
          </a:p>
        </p:txBody>
      </p:sp>
      <p:sp>
        <p:nvSpPr>
          <p:cNvPr id="31746" name="Text Box 2">
            <a:extLst>
              <a:ext uri="{FF2B5EF4-FFF2-40B4-BE49-F238E27FC236}">
                <a16:creationId xmlns:a16="http://schemas.microsoft.com/office/drawing/2014/main" id="{55A26F1C-7ED1-4C0E-8874-69DFE727060E}"/>
              </a:ext>
            </a:extLst>
          </p:cNvPr>
          <p:cNvSpPr txBox="1">
            <a:spLocks noChangeArrowheads="1"/>
          </p:cNvSpPr>
          <p:nvPr/>
        </p:nvSpPr>
        <p:spPr bwMode="auto">
          <a:xfrm>
            <a:off x="2925763" y="2436813"/>
            <a:ext cx="34353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algn="ctr" eaLnBrk="1" hangingPunct="1">
              <a:spcBef>
                <a:spcPct val="0"/>
              </a:spcBef>
              <a:buFontTx/>
              <a:buNone/>
              <a:defRPr/>
            </a:pPr>
            <a:r>
              <a:rPr lang="en-US" altLang="en-US" b="1" dirty="0">
                <a:latin typeface="+mn-lt"/>
              </a:rPr>
              <a:t>Price</a:t>
            </a:r>
            <a:r>
              <a:rPr lang="en-US" altLang="en-US" dirty="0">
                <a:latin typeface="+mn-lt"/>
              </a:rPr>
              <a:t> is everything the buyer gives up in exchange for the product</a:t>
            </a:r>
            <a:r>
              <a:rPr lang="en-US" altLang="en-US" dirty="0"/>
              <a:t>.</a:t>
            </a:r>
            <a:endParaRPr lang="en-US" altLang="en-US" sz="1800" dirty="0"/>
          </a:p>
        </p:txBody>
      </p:sp>
      <p:grpSp>
        <p:nvGrpSpPr>
          <p:cNvPr id="33798" name="Group 6">
            <a:extLst>
              <a:ext uri="{FF2B5EF4-FFF2-40B4-BE49-F238E27FC236}">
                <a16:creationId xmlns:a16="http://schemas.microsoft.com/office/drawing/2014/main" id="{454331C5-5535-492C-9CB5-F50FFDBB1B83}"/>
              </a:ext>
            </a:extLst>
          </p:cNvPr>
          <p:cNvGrpSpPr>
            <a:grpSpLocks/>
          </p:cNvGrpSpPr>
          <p:nvPr/>
        </p:nvGrpSpPr>
        <p:grpSpPr bwMode="auto">
          <a:xfrm>
            <a:off x="390525" y="2643188"/>
            <a:ext cx="2347913" cy="1130300"/>
            <a:chOff x="222" y="1813"/>
            <a:chExt cx="1479" cy="712"/>
          </a:xfrm>
          <a:solidFill>
            <a:srgbClr val="0099CC"/>
          </a:solidFill>
        </p:grpSpPr>
        <p:sp>
          <p:nvSpPr>
            <p:cNvPr id="21520" name="AutoShape 7">
              <a:extLst>
                <a:ext uri="{FF2B5EF4-FFF2-40B4-BE49-F238E27FC236}">
                  <a16:creationId xmlns:a16="http://schemas.microsoft.com/office/drawing/2014/main" id="{70E3F033-28D5-4754-9894-8D828B88CC92}"/>
                </a:ext>
              </a:extLst>
            </p:cNvPr>
            <p:cNvSpPr>
              <a:spLocks noChangeArrowheads="1"/>
            </p:cNvSpPr>
            <p:nvPr/>
          </p:nvSpPr>
          <p:spPr bwMode="auto">
            <a:xfrm>
              <a:off x="222" y="1813"/>
              <a:ext cx="1479" cy="712"/>
            </a:xfrm>
            <a:prstGeom prst="roundRect">
              <a:avLst>
                <a:gd name="adj" fmla="val 16667"/>
              </a:avLst>
            </a:prstGeom>
            <a:grpFill/>
            <a:ln w="9525">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lvl1pPr eaLnBrk="0" hangingPunct="0">
                <a:spcBef>
                  <a:spcPct val="20000"/>
                </a:spcBef>
                <a:spcAft>
                  <a:spcPts val="600"/>
                </a:spcAft>
                <a:buFont typeface="Arial" charset="0"/>
                <a:defRPr sz="2000" b="1">
                  <a:solidFill>
                    <a:schemeClr val="tx1"/>
                  </a:solidFill>
                  <a:latin typeface="Calibri" pitchFamily="34" charset="0"/>
                </a:defRPr>
              </a:lvl1pPr>
              <a:lvl2pPr marL="742950" indent="-285750" eaLnBrk="0" hangingPunct="0">
                <a:spcBef>
                  <a:spcPct val="20000"/>
                </a:spcBef>
                <a:buClr>
                  <a:schemeClr val="tx2"/>
                </a:buClr>
                <a:buFont typeface="Arial" charset="0"/>
                <a:buChar char="•"/>
                <a:defRPr sz="2000">
                  <a:solidFill>
                    <a:schemeClr val="tx1"/>
                  </a:solidFill>
                  <a:latin typeface="Calibri" pitchFamily="34" charset="0"/>
                </a:defRPr>
              </a:lvl2pPr>
              <a:lvl3pPr marL="1143000" indent="-228600" eaLnBrk="0" hangingPunct="0">
                <a:spcBef>
                  <a:spcPct val="20000"/>
                </a:spcBef>
                <a:buClr>
                  <a:schemeClr val="tx2"/>
                </a:buClr>
                <a:buFont typeface="Arial" charset="0"/>
                <a:buChar char="•"/>
                <a:defRPr>
                  <a:solidFill>
                    <a:schemeClr val="tx1"/>
                  </a:solidFill>
                  <a:latin typeface="Calibri" pitchFamily="34" charset="0"/>
                </a:defRPr>
              </a:lvl3pPr>
              <a:lvl4pPr marL="1600200" indent="-228600" eaLnBrk="0" hangingPunct="0">
                <a:spcBef>
                  <a:spcPct val="20000"/>
                </a:spcBef>
                <a:buClr>
                  <a:schemeClr val="tx2"/>
                </a:buClr>
                <a:buFont typeface="Arial" charset="0"/>
                <a:buChar char="•"/>
                <a:defRPr>
                  <a:solidFill>
                    <a:schemeClr val="tx1"/>
                  </a:solidFill>
                  <a:latin typeface="Calibri" pitchFamily="34" charset="0"/>
                </a:defRPr>
              </a:lvl4pPr>
              <a:lvl5pPr marL="2057400" indent="-228600" eaLnBrk="0" hangingPunct="0">
                <a:spcBef>
                  <a:spcPct val="20000"/>
                </a:spcBef>
                <a:buClr>
                  <a:schemeClr val="tx2"/>
                </a:buClr>
                <a:buFont typeface="Arial" charset="0"/>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9pPr>
            </a:lstStyle>
            <a:p>
              <a:pPr eaLnBrk="1" hangingPunct="1">
                <a:spcBef>
                  <a:spcPct val="0"/>
                </a:spcBef>
                <a:spcAft>
                  <a:spcPct val="0"/>
                </a:spcAft>
                <a:buFontTx/>
                <a:buNone/>
                <a:defRPr/>
              </a:pPr>
              <a:endParaRPr lang="en-CA" altLang="en-US" sz="1800" b="0" dirty="0">
                <a:latin typeface="Arial" charset="0"/>
                <a:cs typeface="Arial" charset="0"/>
              </a:endParaRPr>
            </a:p>
          </p:txBody>
        </p:sp>
        <p:sp>
          <p:nvSpPr>
            <p:cNvPr id="31762" name="Text Box 8">
              <a:extLst>
                <a:ext uri="{FF2B5EF4-FFF2-40B4-BE49-F238E27FC236}">
                  <a16:creationId xmlns:a16="http://schemas.microsoft.com/office/drawing/2014/main" id="{2D214F0B-261E-43AB-A9B9-BB6E648F0D65}"/>
                </a:ext>
              </a:extLst>
            </p:cNvPr>
            <p:cNvSpPr txBox="1">
              <a:spLocks noChangeArrowheads="1"/>
            </p:cNvSpPr>
            <p:nvPr/>
          </p:nvSpPr>
          <p:spPr bwMode="auto">
            <a:xfrm>
              <a:off x="525" y="2005"/>
              <a:ext cx="761" cy="330"/>
            </a:xfrm>
            <a:prstGeom prst="rect">
              <a:avLst/>
            </a:prstGeom>
            <a:grp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b="1" dirty="0">
                  <a:latin typeface="+mn-lt"/>
                </a:rPr>
                <a:t>money</a:t>
              </a:r>
            </a:p>
          </p:txBody>
        </p:sp>
      </p:grpSp>
      <p:grpSp>
        <p:nvGrpSpPr>
          <p:cNvPr id="33799" name="Group 9">
            <a:extLst>
              <a:ext uri="{FF2B5EF4-FFF2-40B4-BE49-F238E27FC236}">
                <a16:creationId xmlns:a16="http://schemas.microsoft.com/office/drawing/2014/main" id="{6990A2B9-76CC-45D5-ABE1-B60440ABFD42}"/>
              </a:ext>
            </a:extLst>
          </p:cNvPr>
          <p:cNvGrpSpPr>
            <a:grpSpLocks/>
          </p:cNvGrpSpPr>
          <p:nvPr/>
        </p:nvGrpSpPr>
        <p:grpSpPr bwMode="auto">
          <a:xfrm>
            <a:off x="6496050" y="2643188"/>
            <a:ext cx="2347913" cy="1130300"/>
            <a:chOff x="4092" y="1813"/>
            <a:chExt cx="1479" cy="712"/>
          </a:xfrm>
          <a:solidFill>
            <a:srgbClr val="0099CC"/>
          </a:solidFill>
        </p:grpSpPr>
        <p:sp>
          <p:nvSpPr>
            <p:cNvPr id="21518" name="AutoShape 10">
              <a:extLst>
                <a:ext uri="{FF2B5EF4-FFF2-40B4-BE49-F238E27FC236}">
                  <a16:creationId xmlns:a16="http://schemas.microsoft.com/office/drawing/2014/main" id="{C560ABFD-88AC-44A4-9221-2C1EC895297E}"/>
                </a:ext>
              </a:extLst>
            </p:cNvPr>
            <p:cNvSpPr>
              <a:spLocks noChangeArrowheads="1"/>
            </p:cNvSpPr>
            <p:nvPr/>
          </p:nvSpPr>
          <p:spPr bwMode="auto">
            <a:xfrm>
              <a:off x="4092" y="1813"/>
              <a:ext cx="1479" cy="712"/>
            </a:xfrm>
            <a:prstGeom prst="roundRect">
              <a:avLst>
                <a:gd name="adj" fmla="val 16667"/>
              </a:avLst>
            </a:prstGeom>
            <a:grpFill/>
            <a:ln w="9525">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lvl1pPr eaLnBrk="0" hangingPunct="0">
                <a:spcBef>
                  <a:spcPct val="20000"/>
                </a:spcBef>
                <a:spcAft>
                  <a:spcPts val="600"/>
                </a:spcAft>
                <a:buFont typeface="Arial" charset="0"/>
                <a:defRPr sz="2000" b="1">
                  <a:solidFill>
                    <a:schemeClr val="tx1"/>
                  </a:solidFill>
                  <a:latin typeface="Calibri" pitchFamily="34" charset="0"/>
                </a:defRPr>
              </a:lvl1pPr>
              <a:lvl2pPr marL="742950" indent="-285750" eaLnBrk="0" hangingPunct="0">
                <a:spcBef>
                  <a:spcPct val="20000"/>
                </a:spcBef>
                <a:buClr>
                  <a:schemeClr val="tx2"/>
                </a:buClr>
                <a:buFont typeface="Arial" charset="0"/>
                <a:buChar char="•"/>
                <a:defRPr sz="2000">
                  <a:solidFill>
                    <a:schemeClr val="tx1"/>
                  </a:solidFill>
                  <a:latin typeface="Calibri" pitchFamily="34" charset="0"/>
                </a:defRPr>
              </a:lvl2pPr>
              <a:lvl3pPr marL="1143000" indent="-228600" eaLnBrk="0" hangingPunct="0">
                <a:spcBef>
                  <a:spcPct val="20000"/>
                </a:spcBef>
                <a:buClr>
                  <a:schemeClr val="tx2"/>
                </a:buClr>
                <a:buFont typeface="Arial" charset="0"/>
                <a:buChar char="•"/>
                <a:defRPr>
                  <a:solidFill>
                    <a:schemeClr val="tx1"/>
                  </a:solidFill>
                  <a:latin typeface="Calibri" pitchFamily="34" charset="0"/>
                </a:defRPr>
              </a:lvl3pPr>
              <a:lvl4pPr marL="1600200" indent="-228600" eaLnBrk="0" hangingPunct="0">
                <a:spcBef>
                  <a:spcPct val="20000"/>
                </a:spcBef>
                <a:buClr>
                  <a:schemeClr val="tx2"/>
                </a:buClr>
                <a:buFont typeface="Arial" charset="0"/>
                <a:buChar char="•"/>
                <a:defRPr>
                  <a:solidFill>
                    <a:schemeClr val="tx1"/>
                  </a:solidFill>
                  <a:latin typeface="Calibri" pitchFamily="34" charset="0"/>
                </a:defRPr>
              </a:lvl4pPr>
              <a:lvl5pPr marL="2057400" indent="-228600" eaLnBrk="0" hangingPunct="0">
                <a:spcBef>
                  <a:spcPct val="20000"/>
                </a:spcBef>
                <a:buClr>
                  <a:schemeClr val="tx2"/>
                </a:buClr>
                <a:buFont typeface="Arial" charset="0"/>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9pPr>
            </a:lstStyle>
            <a:p>
              <a:pPr eaLnBrk="1" hangingPunct="1">
                <a:spcBef>
                  <a:spcPct val="0"/>
                </a:spcBef>
                <a:spcAft>
                  <a:spcPct val="0"/>
                </a:spcAft>
                <a:buFontTx/>
                <a:buNone/>
                <a:defRPr/>
              </a:pPr>
              <a:endParaRPr lang="en-CA" altLang="en-US" sz="1800" b="0" dirty="0">
                <a:latin typeface="Arial" charset="0"/>
                <a:cs typeface="Arial" charset="0"/>
              </a:endParaRPr>
            </a:p>
          </p:txBody>
        </p:sp>
        <p:sp>
          <p:nvSpPr>
            <p:cNvPr id="31760" name="Text Box 11">
              <a:extLst>
                <a:ext uri="{FF2B5EF4-FFF2-40B4-BE49-F238E27FC236}">
                  <a16:creationId xmlns:a16="http://schemas.microsoft.com/office/drawing/2014/main" id="{1D545910-7274-481F-8B2D-D696FEBECE16}"/>
                </a:ext>
              </a:extLst>
            </p:cNvPr>
            <p:cNvSpPr txBox="1">
              <a:spLocks noChangeArrowheads="1"/>
            </p:cNvSpPr>
            <p:nvPr/>
          </p:nvSpPr>
          <p:spPr bwMode="auto">
            <a:xfrm>
              <a:off x="4382" y="2005"/>
              <a:ext cx="758" cy="330"/>
            </a:xfrm>
            <a:prstGeom prst="rect">
              <a:avLst/>
            </a:prstGeom>
            <a:grp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b="1" dirty="0">
                  <a:latin typeface="+mn-lt"/>
                </a:rPr>
                <a:t>energy</a:t>
              </a:r>
            </a:p>
          </p:txBody>
        </p:sp>
      </p:grpSp>
      <p:sp>
        <p:nvSpPr>
          <p:cNvPr id="33800" name="AutoShape 12">
            <a:extLst>
              <a:ext uri="{FF2B5EF4-FFF2-40B4-BE49-F238E27FC236}">
                <a16:creationId xmlns:a16="http://schemas.microsoft.com/office/drawing/2014/main" id="{E5EB11DF-EB91-49F4-80AD-E7C308500BE9}"/>
              </a:ext>
            </a:extLst>
          </p:cNvPr>
          <p:cNvSpPr>
            <a:spLocks noChangeArrowheads="1"/>
          </p:cNvSpPr>
          <p:nvPr/>
        </p:nvSpPr>
        <p:spPr bwMode="auto">
          <a:xfrm>
            <a:off x="2222500" y="1504950"/>
            <a:ext cx="4098925" cy="225742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spcAft>
                <a:spcPts val="600"/>
              </a:spcAft>
              <a:buFont typeface="Arial" panose="020B0604020202020204" pitchFamily="34" charset="0"/>
              <a:defRPr sz="2000" b="1">
                <a:solidFill>
                  <a:schemeClr val="tx1"/>
                </a:solidFill>
                <a:latin typeface="Calibri" panose="020F0502020204030204" pitchFamily="34" charset="0"/>
              </a:defRPr>
            </a:lvl1pPr>
            <a:lvl2pPr marL="742950" indent="-285750">
              <a:spcBef>
                <a:spcPct val="20000"/>
              </a:spcBef>
              <a:buClr>
                <a:schemeClr val="tx2"/>
              </a:buClr>
              <a:buFont typeface="Arial" panose="020B0604020202020204" pitchFamily="34" charset="0"/>
              <a:buChar char="•"/>
              <a:defRPr sz="2000">
                <a:solidFill>
                  <a:schemeClr val="tx1"/>
                </a:solidFill>
                <a:latin typeface="Calibri" panose="020F0502020204030204" pitchFamily="34" charset="0"/>
              </a:defRPr>
            </a:lvl2pPr>
            <a:lvl3pPr marL="11430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4pPr>
            <a:lvl5pPr marL="20574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9pPr>
          </a:lstStyle>
          <a:p>
            <a:pPr eaLnBrk="1" hangingPunct="1">
              <a:spcBef>
                <a:spcPct val="0"/>
              </a:spcBef>
              <a:spcAft>
                <a:spcPct val="0"/>
              </a:spcAft>
              <a:buFontTx/>
              <a:buNone/>
            </a:pPr>
            <a:endParaRPr lang="en-CA" altLang="en-US" sz="1800" b="0" dirty="0">
              <a:latin typeface="Arial" panose="020B0604020202020204" pitchFamily="34" charset="0"/>
            </a:endParaRPr>
          </a:p>
        </p:txBody>
      </p:sp>
      <p:grpSp>
        <p:nvGrpSpPr>
          <p:cNvPr id="33801" name="Group 14">
            <a:extLst>
              <a:ext uri="{FF2B5EF4-FFF2-40B4-BE49-F238E27FC236}">
                <a16:creationId xmlns:a16="http://schemas.microsoft.com/office/drawing/2014/main" id="{7789485A-FDEB-4F0A-AEAA-3808B292D05C}"/>
              </a:ext>
            </a:extLst>
          </p:cNvPr>
          <p:cNvGrpSpPr>
            <a:grpSpLocks/>
          </p:cNvGrpSpPr>
          <p:nvPr/>
        </p:nvGrpSpPr>
        <p:grpSpPr bwMode="auto">
          <a:xfrm>
            <a:off x="3465513" y="4395788"/>
            <a:ext cx="2346325" cy="1130300"/>
            <a:chOff x="2139" y="880"/>
            <a:chExt cx="1479" cy="712"/>
          </a:xfrm>
          <a:solidFill>
            <a:srgbClr val="0099CC"/>
          </a:solidFill>
        </p:grpSpPr>
        <p:sp>
          <p:nvSpPr>
            <p:cNvPr id="21516" name="AutoShape 15">
              <a:extLst>
                <a:ext uri="{FF2B5EF4-FFF2-40B4-BE49-F238E27FC236}">
                  <a16:creationId xmlns:a16="http://schemas.microsoft.com/office/drawing/2014/main" id="{BBB9B075-FC67-4FCD-8405-3CE23F1731D4}"/>
                </a:ext>
              </a:extLst>
            </p:cNvPr>
            <p:cNvSpPr>
              <a:spLocks noChangeArrowheads="1"/>
            </p:cNvSpPr>
            <p:nvPr/>
          </p:nvSpPr>
          <p:spPr bwMode="auto">
            <a:xfrm>
              <a:off x="2139" y="880"/>
              <a:ext cx="1479" cy="712"/>
            </a:xfrm>
            <a:prstGeom prst="roundRect">
              <a:avLst>
                <a:gd name="adj" fmla="val 16667"/>
              </a:avLst>
            </a:prstGeom>
            <a:grpFill/>
            <a:ln w="9525">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lvl1pPr eaLnBrk="0" hangingPunct="0">
                <a:spcBef>
                  <a:spcPct val="20000"/>
                </a:spcBef>
                <a:spcAft>
                  <a:spcPts val="600"/>
                </a:spcAft>
                <a:buFont typeface="Arial" charset="0"/>
                <a:defRPr sz="2000" b="1">
                  <a:solidFill>
                    <a:schemeClr val="tx1"/>
                  </a:solidFill>
                  <a:latin typeface="Calibri" pitchFamily="34" charset="0"/>
                </a:defRPr>
              </a:lvl1pPr>
              <a:lvl2pPr marL="742950" indent="-285750" eaLnBrk="0" hangingPunct="0">
                <a:spcBef>
                  <a:spcPct val="20000"/>
                </a:spcBef>
                <a:buClr>
                  <a:schemeClr val="tx2"/>
                </a:buClr>
                <a:buFont typeface="Arial" charset="0"/>
                <a:buChar char="•"/>
                <a:defRPr sz="2000">
                  <a:solidFill>
                    <a:schemeClr val="tx1"/>
                  </a:solidFill>
                  <a:latin typeface="Calibri" pitchFamily="34" charset="0"/>
                </a:defRPr>
              </a:lvl2pPr>
              <a:lvl3pPr marL="1143000" indent="-228600" eaLnBrk="0" hangingPunct="0">
                <a:spcBef>
                  <a:spcPct val="20000"/>
                </a:spcBef>
                <a:buClr>
                  <a:schemeClr val="tx2"/>
                </a:buClr>
                <a:buFont typeface="Arial" charset="0"/>
                <a:buChar char="•"/>
                <a:defRPr>
                  <a:solidFill>
                    <a:schemeClr val="tx1"/>
                  </a:solidFill>
                  <a:latin typeface="Calibri" pitchFamily="34" charset="0"/>
                </a:defRPr>
              </a:lvl3pPr>
              <a:lvl4pPr marL="1600200" indent="-228600" eaLnBrk="0" hangingPunct="0">
                <a:spcBef>
                  <a:spcPct val="20000"/>
                </a:spcBef>
                <a:buClr>
                  <a:schemeClr val="tx2"/>
                </a:buClr>
                <a:buFont typeface="Arial" charset="0"/>
                <a:buChar char="•"/>
                <a:defRPr>
                  <a:solidFill>
                    <a:schemeClr val="tx1"/>
                  </a:solidFill>
                  <a:latin typeface="Calibri" pitchFamily="34" charset="0"/>
                </a:defRPr>
              </a:lvl4pPr>
              <a:lvl5pPr marL="2057400" indent="-228600" eaLnBrk="0" hangingPunct="0">
                <a:spcBef>
                  <a:spcPct val="20000"/>
                </a:spcBef>
                <a:buClr>
                  <a:schemeClr val="tx2"/>
                </a:buClr>
                <a:buFont typeface="Arial" charset="0"/>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9pPr>
            </a:lstStyle>
            <a:p>
              <a:pPr eaLnBrk="1" hangingPunct="1">
                <a:spcBef>
                  <a:spcPct val="0"/>
                </a:spcBef>
                <a:spcAft>
                  <a:spcPct val="0"/>
                </a:spcAft>
                <a:buFontTx/>
                <a:buNone/>
                <a:defRPr/>
              </a:pPr>
              <a:endParaRPr lang="en-CA" altLang="en-US" sz="1800" b="0" dirty="0">
                <a:latin typeface="Arial" charset="0"/>
                <a:cs typeface="Arial" charset="0"/>
              </a:endParaRPr>
            </a:p>
          </p:txBody>
        </p:sp>
        <p:sp>
          <p:nvSpPr>
            <p:cNvPr id="31758" name="Text Box 16">
              <a:extLst>
                <a:ext uri="{FF2B5EF4-FFF2-40B4-BE49-F238E27FC236}">
                  <a16:creationId xmlns:a16="http://schemas.microsoft.com/office/drawing/2014/main" id="{76F8683B-89D0-429E-A767-8FD0FF10F192}"/>
                </a:ext>
              </a:extLst>
            </p:cNvPr>
            <p:cNvSpPr txBox="1">
              <a:spLocks noChangeArrowheads="1"/>
            </p:cNvSpPr>
            <p:nvPr/>
          </p:nvSpPr>
          <p:spPr bwMode="auto">
            <a:xfrm>
              <a:off x="2601" y="1065"/>
              <a:ext cx="543" cy="330"/>
            </a:xfrm>
            <a:prstGeom prst="rect">
              <a:avLst/>
            </a:prstGeom>
            <a:grp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b="1" dirty="0">
                  <a:latin typeface="+mn-lt"/>
                </a:rPr>
                <a:t>time</a:t>
              </a:r>
            </a:p>
          </p:txBody>
        </p:sp>
      </p:grpSp>
      <p:sp>
        <p:nvSpPr>
          <p:cNvPr id="2" name="Title 1">
            <a:extLst>
              <a:ext uri="{FF2B5EF4-FFF2-40B4-BE49-F238E27FC236}">
                <a16:creationId xmlns:a16="http://schemas.microsoft.com/office/drawing/2014/main" id="{A314435B-36FA-4C13-AFF4-C2B0A038D4A0}"/>
              </a:ext>
            </a:extLst>
          </p:cNvPr>
          <p:cNvSpPr>
            <a:spLocks noGrp="1"/>
          </p:cNvSpPr>
          <p:nvPr>
            <p:ph type="title"/>
          </p:nvPr>
        </p:nvSpPr>
        <p:spPr>
          <a:xfrm>
            <a:off x="1143000" y="152400"/>
            <a:ext cx="7543800" cy="1143000"/>
          </a:xfrm>
        </p:spPr>
        <p:txBody>
          <a:bodyPr/>
          <a:lstStyle/>
          <a:p>
            <a:pPr>
              <a:defRPr/>
            </a:pPr>
            <a:r>
              <a:rPr lang="en-US" b="1" dirty="0"/>
              <a:t>Price: transacting value</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AutoShape 2">
            <a:extLst>
              <a:ext uri="{FF2B5EF4-FFF2-40B4-BE49-F238E27FC236}">
                <a16:creationId xmlns:a16="http://schemas.microsoft.com/office/drawing/2014/main" id="{1FF55926-0CE5-48B8-AF88-9971A907239C}"/>
              </a:ext>
            </a:extLst>
          </p:cNvPr>
          <p:cNvSpPr>
            <a:spLocks noChangeArrowheads="1"/>
          </p:cNvSpPr>
          <p:nvPr/>
        </p:nvSpPr>
        <p:spPr bwMode="auto">
          <a:xfrm>
            <a:off x="762000" y="2316163"/>
            <a:ext cx="7543800" cy="3352800"/>
          </a:xfrm>
          <a:prstGeom prst="roundRect">
            <a:avLst>
              <a:gd name="adj" fmla="val 16667"/>
            </a:avLst>
          </a:prstGeom>
          <a:solidFill>
            <a:srgbClr val="00B0F0">
              <a:alpha val="50195"/>
            </a:srgbClr>
          </a:solidFill>
          <a:ln>
            <a:noFill/>
          </a:ln>
          <a:effectLst>
            <a:outerShdw dist="107763" dir="2700000" algn="ctr" rotWithShape="0">
              <a:srgbClr val="024A05">
                <a:alpha val="50000"/>
              </a:srgb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Calibri" panose="020F0502020204030204" pitchFamily="34" charset="0"/>
              </a:defRPr>
            </a:lvl1pPr>
            <a:lvl2pPr marL="742950" indent="-285750">
              <a:spcBef>
                <a:spcPct val="20000"/>
              </a:spcBef>
              <a:buClr>
                <a:schemeClr val="tx2"/>
              </a:buClr>
              <a:buFont typeface="Arial" panose="020B0604020202020204" pitchFamily="34" charset="0"/>
              <a:buChar char="•"/>
              <a:defRPr sz="2000">
                <a:solidFill>
                  <a:schemeClr val="tx1"/>
                </a:solidFill>
                <a:latin typeface="Calibri" panose="020F0502020204030204" pitchFamily="34" charset="0"/>
              </a:defRPr>
            </a:lvl2pPr>
            <a:lvl3pPr marL="11430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4pPr>
            <a:lvl5pPr marL="20574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9pPr>
          </a:lstStyle>
          <a:p>
            <a:pPr eaLnBrk="1" hangingPunct="1">
              <a:spcBef>
                <a:spcPct val="0"/>
              </a:spcBef>
              <a:spcAft>
                <a:spcPct val="0"/>
              </a:spcAft>
              <a:buFontTx/>
              <a:buNone/>
            </a:pPr>
            <a:endParaRPr lang="en-CA" altLang="en-US" sz="1800" b="0" dirty="0">
              <a:latin typeface="Arial" panose="020B0604020202020204" pitchFamily="34" charset="0"/>
            </a:endParaRPr>
          </a:p>
        </p:txBody>
      </p:sp>
      <p:sp>
        <p:nvSpPr>
          <p:cNvPr id="2" name="Title 1">
            <a:extLst>
              <a:ext uri="{FF2B5EF4-FFF2-40B4-BE49-F238E27FC236}">
                <a16:creationId xmlns:a16="http://schemas.microsoft.com/office/drawing/2014/main" id="{BAC4F318-1BC5-44E9-B164-6E00650FFA55}"/>
              </a:ext>
            </a:extLst>
          </p:cNvPr>
          <p:cNvSpPr>
            <a:spLocks noGrp="1"/>
          </p:cNvSpPr>
          <p:nvPr>
            <p:ph type="title"/>
          </p:nvPr>
        </p:nvSpPr>
        <p:spPr/>
        <p:txBody>
          <a:bodyPr/>
          <a:lstStyle/>
          <a:p>
            <a:pPr>
              <a:defRPr/>
            </a:pPr>
            <a:r>
              <a:rPr lang="en-US" b="1" dirty="0"/>
              <a:t>Place: delivering value</a:t>
            </a:r>
          </a:p>
        </p:txBody>
      </p:sp>
      <p:sp>
        <p:nvSpPr>
          <p:cNvPr id="35843" name="Rectangle 5">
            <a:extLst>
              <a:ext uri="{FF2B5EF4-FFF2-40B4-BE49-F238E27FC236}">
                <a16:creationId xmlns:a16="http://schemas.microsoft.com/office/drawing/2014/main" id="{14D237A5-60C9-48FF-BDC1-BC1F9258C3D5}"/>
              </a:ext>
            </a:extLst>
          </p:cNvPr>
          <p:cNvSpPr>
            <a:spLocks noGrp="1" noChangeArrowheads="1"/>
          </p:cNvSpPr>
          <p:nvPr>
            <p:ph idx="1"/>
          </p:nvPr>
        </p:nvSpPr>
        <p:spPr>
          <a:xfrm>
            <a:off x="1219200" y="2819400"/>
            <a:ext cx="6781800" cy="2176463"/>
          </a:xfrm>
        </p:spPr>
        <p:txBody>
          <a:bodyPr>
            <a:normAutofit/>
          </a:bodyPr>
          <a:lstStyle/>
          <a:p>
            <a:pPr eaLnBrk="1" hangingPunct="1">
              <a:buClr>
                <a:srgbClr val="000000"/>
              </a:buClr>
            </a:pPr>
            <a:r>
              <a:rPr lang="en-US" altLang="en-US" b="1" dirty="0">
                <a:solidFill>
                  <a:schemeClr val="tx1"/>
                </a:solidFill>
              </a:rPr>
              <a:t>All activities necessary to get the product to the right customer when that customer wants it. </a:t>
            </a:r>
          </a:p>
          <a:p>
            <a:pPr eaLnBrk="1" hangingPunct="1">
              <a:buClr>
                <a:srgbClr val="000000"/>
              </a:buClr>
            </a:pPr>
            <a:r>
              <a:rPr lang="en-US" altLang="en-US" b="1" dirty="0">
                <a:solidFill>
                  <a:schemeClr val="tx1"/>
                </a:solidFill>
              </a:rPr>
              <a:t>Supply chain management is the field that examines these activities.  </a:t>
            </a:r>
          </a:p>
          <a:p>
            <a:r>
              <a:rPr lang="en-US" altLang="en-US" b="1" dirty="0">
                <a:solidFill>
                  <a:schemeClr val="tx1"/>
                </a:solidFill>
              </a:rPr>
              <a:t>Where would you find this product in the store?</a:t>
            </a:r>
          </a:p>
          <a:p>
            <a:pPr eaLnBrk="1" hangingPunct="1">
              <a:buClr>
                <a:srgbClr val="000000"/>
              </a:buClr>
            </a:pPr>
            <a:endParaRPr lang="en-US" altLang="en-US" b="1" dirty="0">
              <a:solidFill>
                <a:schemeClr val="tx1"/>
              </a:solidFill>
            </a:endParaRPr>
          </a:p>
          <a:p>
            <a:pPr eaLnBrk="1" hangingPunct="1"/>
            <a:endParaRPr lang="en-US" altLang="en-US" b="1" dirty="0">
              <a:solidFill>
                <a:schemeClr val="tx1"/>
              </a:solidFill>
            </a:endParaRPr>
          </a:p>
        </p:txBody>
      </p:sp>
      <p:sp>
        <p:nvSpPr>
          <p:cNvPr id="35844" name="Rectangle 6">
            <a:extLst>
              <a:ext uri="{FF2B5EF4-FFF2-40B4-BE49-F238E27FC236}">
                <a16:creationId xmlns:a16="http://schemas.microsoft.com/office/drawing/2014/main" id="{A3626508-1C38-496D-9E48-54EE5393EC07}"/>
              </a:ext>
            </a:extLst>
          </p:cNvPr>
          <p:cNvSpPr>
            <a:spLocks noChangeArrowheads="1"/>
          </p:cNvSpPr>
          <p:nvPr/>
        </p:nvSpPr>
        <p:spPr bwMode="auto">
          <a:xfrm>
            <a:off x="457200" y="1143000"/>
            <a:ext cx="4038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spcAft>
                <a:spcPts val="600"/>
              </a:spcAft>
              <a:buFont typeface="Arial" panose="020B0604020202020204" pitchFamily="34" charset="0"/>
              <a:defRPr sz="2000" b="1">
                <a:solidFill>
                  <a:schemeClr val="tx1"/>
                </a:solidFill>
                <a:latin typeface="Calibri" panose="020F0502020204030204" pitchFamily="34" charset="0"/>
              </a:defRPr>
            </a:lvl1pPr>
            <a:lvl2pPr marL="742950" indent="-285750">
              <a:spcBef>
                <a:spcPct val="20000"/>
              </a:spcBef>
              <a:buClr>
                <a:schemeClr val="tx2"/>
              </a:buClr>
              <a:buFont typeface="Arial" panose="020B0604020202020204" pitchFamily="34" charset="0"/>
              <a:buChar char="•"/>
              <a:defRPr sz="2000">
                <a:solidFill>
                  <a:schemeClr val="tx1"/>
                </a:solidFill>
                <a:latin typeface="Calibri" panose="020F0502020204030204" pitchFamily="34" charset="0"/>
              </a:defRPr>
            </a:lvl2pPr>
            <a:lvl3pPr marL="11430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4pPr>
            <a:lvl5pPr marL="20574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9pPr>
          </a:lstStyle>
          <a:p>
            <a:pPr eaLnBrk="1" hangingPunct="1">
              <a:spcAft>
                <a:spcPct val="0"/>
              </a:spcAft>
              <a:buClr>
                <a:srgbClr val="000000"/>
              </a:buClr>
              <a:buSzPct val="75000"/>
              <a:buFont typeface="Wingdings" panose="05000000000000000000" pitchFamily="2" charset="2"/>
              <a:buChar char="l"/>
            </a:pPr>
            <a:endParaRPr lang="en-CA" altLang="en-US" sz="2400" b="0" dirty="0">
              <a:latin typeface="Arial" panose="020B0604020202020204" pitchFamily="34"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AutoShape 4">
            <a:extLst>
              <a:ext uri="{FF2B5EF4-FFF2-40B4-BE49-F238E27FC236}">
                <a16:creationId xmlns:a16="http://schemas.microsoft.com/office/drawing/2014/main" id="{5FDED80B-2621-41F7-9BE0-2712F086A59A}"/>
              </a:ext>
            </a:extLst>
          </p:cNvPr>
          <p:cNvSpPr>
            <a:spLocks noChangeArrowheads="1"/>
          </p:cNvSpPr>
          <p:nvPr/>
        </p:nvSpPr>
        <p:spPr bwMode="auto">
          <a:xfrm>
            <a:off x="955676" y="1751013"/>
            <a:ext cx="7367588" cy="3321050"/>
          </a:xfrm>
          <a:prstGeom prst="roundRect">
            <a:avLst>
              <a:gd name="adj" fmla="val 16667"/>
            </a:avLst>
          </a:prstGeom>
          <a:gradFill rotWithShape="0">
            <a:gsLst>
              <a:gs pos="0">
                <a:srgbClr val="FFEFD1"/>
              </a:gs>
              <a:gs pos="64999">
                <a:srgbClr val="F0EBD5"/>
              </a:gs>
              <a:gs pos="100000">
                <a:srgbClr val="D1C39F"/>
              </a:gs>
            </a:gsLst>
            <a:lin ang="16200000"/>
          </a:gradFill>
          <a:ln>
            <a:noFill/>
          </a:ln>
          <a:effectLst>
            <a:outerShdw dist="107763" dir="2700000" algn="ctr" rotWithShape="0">
              <a:schemeClr val="accent1">
                <a:alpha val="50000"/>
              </a:schemeClr>
            </a:outerShdw>
          </a:effectLst>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spcAft>
                <a:spcPts val="600"/>
              </a:spcAft>
              <a:buFont typeface="Arial" panose="020B0604020202020204" pitchFamily="34" charset="0"/>
              <a:defRPr sz="2000" b="1">
                <a:solidFill>
                  <a:schemeClr val="tx1"/>
                </a:solidFill>
                <a:latin typeface="Calibri" panose="020F0502020204030204" pitchFamily="34" charset="0"/>
              </a:defRPr>
            </a:lvl1pPr>
            <a:lvl2pPr marL="742950" indent="-285750">
              <a:spcBef>
                <a:spcPct val="20000"/>
              </a:spcBef>
              <a:buClr>
                <a:schemeClr val="tx2"/>
              </a:buClr>
              <a:buFont typeface="Arial" panose="020B0604020202020204" pitchFamily="34" charset="0"/>
              <a:buChar char="•"/>
              <a:defRPr sz="2000">
                <a:solidFill>
                  <a:schemeClr val="tx1"/>
                </a:solidFill>
                <a:latin typeface="Calibri" panose="020F0502020204030204" pitchFamily="34" charset="0"/>
              </a:defRPr>
            </a:lvl2pPr>
            <a:lvl3pPr marL="11430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4pPr>
            <a:lvl5pPr marL="20574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9pPr>
          </a:lstStyle>
          <a:p>
            <a:pPr eaLnBrk="1" hangingPunct="1">
              <a:spcBef>
                <a:spcPct val="0"/>
              </a:spcBef>
              <a:spcAft>
                <a:spcPct val="0"/>
              </a:spcAft>
              <a:buFontTx/>
              <a:buNone/>
            </a:pPr>
            <a:endParaRPr lang="en-CA" altLang="en-US" sz="1800" b="0" dirty="0">
              <a:latin typeface="Arial" panose="020B0604020202020204" pitchFamily="34" charset="0"/>
            </a:endParaRPr>
          </a:p>
        </p:txBody>
      </p:sp>
      <p:sp>
        <p:nvSpPr>
          <p:cNvPr id="33797" name="Text Box 5">
            <a:extLst>
              <a:ext uri="{FF2B5EF4-FFF2-40B4-BE49-F238E27FC236}">
                <a16:creationId xmlns:a16="http://schemas.microsoft.com/office/drawing/2014/main" id="{DADB84D6-D2AD-4F70-8220-5377968345BB}"/>
              </a:ext>
            </a:extLst>
          </p:cNvPr>
          <p:cNvSpPr txBox="1">
            <a:spLocks noChangeArrowheads="1"/>
          </p:cNvSpPr>
          <p:nvPr/>
        </p:nvSpPr>
        <p:spPr bwMode="auto">
          <a:xfrm>
            <a:off x="1146175" y="2550061"/>
            <a:ext cx="70421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400" dirty="0">
                <a:latin typeface="+mn-lt"/>
              </a:rPr>
              <a:t>How does a company get the product to the right customer when and where they want it? </a:t>
            </a:r>
          </a:p>
        </p:txBody>
      </p:sp>
      <p:sp>
        <p:nvSpPr>
          <p:cNvPr id="2" name="Title 1">
            <a:extLst>
              <a:ext uri="{FF2B5EF4-FFF2-40B4-BE49-F238E27FC236}">
                <a16:creationId xmlns:a16="http://schemas.microsoft.com/office/drawing/2014/main" id="{B0A5E230-909F-492E-AEB4-7ECA4F4B7239}"/>
              </a:ext>
            </a:extLst>
          </p:cNvPr>
          <p:cNvSpPr>
            <a:spLocks noGrp="1"/>
          </p:cNvSpPr>
          <p:nvPr>
            <p:ph type="title"/>
          </p:nvPr>
        </p:nvSpPr>
        <p:spPr>
          <a:xfrm>
            <a:off x="1146175" y="228600"/>
            <a:ext cx="8079581" cy="1658198"/>
          </a:xfrm>
        </p:spPr>
        <p:txBody>
          <a:bodyPr>
            <a:normAutofit/>
          </a:bodyPr>
          <a:lstStyle/>
          <a:p>
            <a:pPr>
              <a:defRPr/>
            </a:pPr>
            <a:r>
              <a:rPr lang="en-US" altLang="en-US" b="1" dirty="0"/>
              <a:t>Place: Marketing Channels </a:t>
            </a:r>
            <a:br>
              <a:rPr lang="en-US" altLang="en-US" b="1" dirty="0"/>
            </a:br>
            <a:r>
              <a:rPr lang="en-US" altLang="en-US" b="1" dirty="0"/>
              <a:t>Distribution Strategy</a:t>
            </a:r>
            <a:endParaRPr lang="en-US" b="1"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152400"/>
            <a:ext cx="7239000" cy="1143000"/>
          </a:xfrm>
        </p:spPr>
        <p:txBody>
          <a:bodyPr>
            <a:normAutofit fontScale="90000"/>
          </a:bodyPr>
          <a:lstStyle/>
          <a:p>
            <a:r>
              <a:rPr lang="en-US" dirty="0"/>
              <a:t>Promotion of ideas creates value</a:t>
            </a:r>
          </a:p>
        </p:txBody>
      </p:sp>
      <p:sp>
        <p:nvSpPr>
          <p:cNvPr id="3" name="Content Placeholder 2"/>
          <p:cNvSpPr>
            <a:spLocks noGrp="1"/>
          </p:cNvSpPr>
          <p:nvPr>
            <p:ph sz="half" idx="1"/>
          </p:nvPr>
        </p:nvSpPr>
        <p:spPr>
          <a:xfrm>
            <a:off x="906780" y="2133600"/>
            <a:ext cx="4191000" cy="2865438"/>
          </a:xfrm>
        </p:spPr>
        <p:txBody>
          <a:bodyPr/>
          <a:lstStyle/>
          <a:p>
            <a:r>
              <a:rPr lang="en-US" sz="3200" i="1" dirty="0">
                <a:solidFill>
                  <a:schemeClr val="tx2">
                    <a:lumMod val="60000"/>
                    <a:lumOff val="40000"/>
                  </a:schemeClr>
                </a:solidFill>
              </a:rPr>
              <a:t>Ideas</a:t>
            </a:r>
            <a:r>
              <a:rPr lang="en-US" sz="3200" dirty="0"/>
              <a:t> </a:t>
            </a:r>
            <a:r>
              <a:rPr lang="en-US" sz="3200" b="0" dirty="0"/>
              <a:t>include thoughts, opinions, philosophies, and intellectual concepts that also can be marketed.</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rcRect/>
          <a:stretch/>
        </p:blipFill>
        <p:spPr>
          <a:xfrm>
            <a:off x="5779770" y="1707052"/>
            <a:ext cx="2145030" cy="3811850"/>
          </a:xfrm>
          <a:prstGeom prst="rect">
            <a:avLst/>
          </a:prstGeom>
        </p:spPr>
      </p:pic>
      <p:sp>
        <p:nvSpPr>
          <p:cNvPr id="4" name="TextBox 3">
            <a:extLst>
              <a:ext uri="{FF2B5EF4-FFF2-40B4-BE49-F238E27FC236}">
                <a16:creationId xmlns:a16="http://schemas.microsoft.com/office/drawing/2014/main" id="{2DD67441-C1DE-4FE9-8DE1-82561434F4FD}"/>
              </a:ext>
            </a:extLst>
          </p:cNvPr>
          <p:cNvSpPr txBox="1"/>
          <p:nvPr/>
        </p:nvSpPr>
        <p:spPr>
          <a:xfrm>
            <a:off x="5779770" y="5638800"/>
            <a:ext cx="2145030" cy="553998"/>
          </a:xfrm>
          <a:prstGeom prst="rect">
            <a:avLst/>
          </a:prstGeom>
          <a:noFill/>
        </p:spPr>
        <p:txBody>
          <a:bodyPr wrap="square" rtlCol="0">
            <a:spAutoFit/>
          </a:bodyPr>
          <a:lstStyle/>
          <a:p>
            <a:r>
              <a:rPr lang="en-US" sz="1000" dirty="0"/>
              <a:t>Marketing creates value by promoting ideas such as bicycle safety.</a:t>
            </a:r>
            <a:endParaRPr lang="en-CA" sz="1000" dirty="0"/>
          </a:p>
        </p:txBody>
      </p:sp>
    </p:spTree>
    <p:extLst>
      <p:ext uri="{BB962C8B-B14F-4D97-AF65-F5344CB8AC3E}">
        <p14:creationId xmlns:p14="http://schemas.microsoft.com/office/powerpoint/2010/main" val="121788342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AutoShape 4">
            <a:extLst>
              <a:ext uri="{FF2B5EF4-FFF2-40B4-BE49-F238E27FC236}">
                <a16:creationId xmlns:a16="http://schemas.microsoft.com/office/drawing/2014/main" id="{D658C814-12A8-4E0E-A471-EFCCFB37113A}"/>
              </a:ext>
            </a:extLst>
          </p:cNvPr>
          <p:cNvSpPr>
            <a:spLocks noChangeArrowheads="1"/>
          </p:cNvSpPr>
          <p:nvPr/>
        </p:nvSpPr>
        <p:spPr bwMode="auto">
          <a:xfrm>
            <a:off x="2222500" y="1739900"/>
            <a:ext cx="4098925" cy="225742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spcAft>
                <a:spcPts val="600"/>
              </a:spcAft>
              <a:buFont typeface="Arial" panose="020B0604020202020204" pitchFamily="34" charset="0"/>
              <a:defRPr sz="2000" b="1">
                <a:solidFill>
                  <a:schemeClr val="tx1"/>
                </a:solidFill>
                <a:latin typeface="Calibri" panose="020F0502020204030204" pitchFamily="34" charset="0"/>
              </a:defRPr>
            </a:lvl1pPr>
            <a:lvl2pPr marL="742950" indent="-285750">
              <a:spcBef>
                <a:spcPct val="20000"/>
              </a:spcBef>
              <a:buClr>
                <a:schemeClr val="tx2"/>
              </a:buClr>
              <a:buFont typeface="Arial" panose="020B0604020202020204" pitchFamily="34" charset="0"/>
              <a:buChar char="•"/>
              <a:defRPr sz="2000">
                <a:solidFill>
                  <a:schemeClr val="tx1"/>
                </a:solidFill>
                <a:latin typeface="Calibri" panose="020F0502020204030204" pitchFamily="34" charset="0"/>
              </a:defRPr>
            </a:lvl2pPr>
            <a:lvl3pPr marL="11430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3pPr>
            <a:lvl4pPr marL="16002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4pPr>
            <a:lvl5pPr marL="2057400" indent="-228600">
              <a:spcBef>
                <a:spcPct val="20000"/>
              </a:spcBef>
              <a:buClr>
                <a:schemeClr val="tx2"/>
              </a:buClr>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spcBef>
                <a:spcPct val="20000"/>
              </a:spcBef>
              <a:spcAft>
                <a:spcPct val="0"/>
              </a:spcAft>
              <a:buClr>
                <a:schemeClr val="tx2"/>
              </a:buClr>
              <a:buFont typeface="Arial" panose="020B0604020202020204" pitchFamily="34" charset="0"/>
              <a:buChar char="•"/>
              <a:defRPr>
                <a:solidFill>
                  <a:schemeClr val="tx1"/>
                </a:solidFill>
                <a:latin typeface="Calibri" panose="020F0502020204030204" pitchFamily="34" charset="0"/>
              </a:defRPr>
            </a:lvl9pPr>
          </a:lstStyle>
          <a:p>
            <a:pPr eaLnBrk="1" hangingPunct="1">
              <a:spcBef>
                <a:spcPct val="0"/>
              </a:spcBef>
              <a:spcAft>
                <a:spcPct val="0"/>
              </a:spcAft>
              <a:buFontTx/>
              <a:buNone/>
            </a:pPr>
            <a:endParaRPr lang="en-CA" altLang="en-US" sz="1800" b="0" dirty="0">
              <a:latin typeface="Arial" panose="020B0604020202020204" pitchFamily="34" charset="0"/>
            </a:endParaRPr>
          </a:p>
        </p:txBody>
      </p:sp>
      <p:sp>
        <p:nvSpPr>
          <p:cNvPr id="36868" name="Text Box 5">
            <a:extLst>
              <a:ext uri="{FF2B5EF4-FFF2-40B4-BE49-F238E27FC236}">
                <a16:creationId xmlns:a16="http://schemas.microsoft.com/office/drawing/2014/main" id="{7C73992F-81AC-4708-80B5-F55403D9DC92}"/>
              </a:ext>
            </a:extLst>
          </p:cNvPr>
          <p:cNvSpPr txBox="1">
            <a:spLocks noChangeArrowheads="1"/>
          </p:cNvSpPr>
          <p:nvPr/>
        </p:nvSpPr>
        <p:spPr bwMode="auto">
          <a:xfrm>
            <a:off x="838200" y="2362200"/>
            <a:ext cx="4098925"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Clr>
                <a:srgbClr val="00B0F0"/>
              </a:buClr>
              <a:buFontTx/>
              <a:buChar char="•"/>
              <a:defRPr/>
            </a:pPr>
            <a:r>
              <a:rPr lang="en-US" altLang="en-US" dirty="0"/>
              <a:t> </a:t>
            </a:r>
            <a:r>
              <a:rPr lang="en-US" altLang="en-US" dirty="0">
                <a:latin typeface="+mn-lt"/>
              </a:rPr>
              <a:t>The communication activities of marketing</a:t>
            </a:r>
          </a:p>
          <a:p>
            <a:pPr eaLnBrk="1" hangingPunct="1">
              <a:spcBef>
                <a:spcPct val="0"/>
              </a:spcBef>
              <a:buClr>
                <a:srgbClr val="00B0F0"/>
              </a:buClr>
              <a:buFontTx/>
              <a:buChar char="•"/>
              <a:defRPr/>
            </a:pPr>
            <a:r>
              <a:rPr lang="en-US" altLang="en-US" dirty="0">
                <a:latin typeface="+mn-lt"/>
              </a:rPr>
              <a:t> Used to inform, persuade and remind </a:t>
            </a:r>
            <a:br>
              <a:rPr lang="en-US" altLang="en-US" dirty="0">
                <a:latin typeface="+mn-lt"/>
              </a:rPr>
            </a:br>
            <a:r>
              <a:rPr lang="en-US" altLang="en-US" dirty="0">
                <a:latin typeface="+mn-lt"/>
              </a:rPr>
              <a:t>  potential buyers</a:t>
            </a:r>
          </a:p>
          <a:p>
            <a:pPr eaLnBrk="1" hangingPunct="1">
              <a:spcBef>
                <a:spcPct val="0"/>
              </a:spcBef>
              <a:buClr>
                <a:srgbClr val="00B0F0"/>
              </a:buClr>
              <a:buFontTx/>
              <a:buChar char="•"/>
              <a:defRPr/>
            </a:pPr>
            <a:r>
              <a:rPr lang="en-US" altLang="en-US" dirty="0">
                <a:latin typeface="+mn-lt"/>
              </a:rPr>
              <a:t> Used to influence their opinions or elicit a </a:t>
            </a:r>
            <a:br>
              <a:rPr lang="en-US" altLang="en-US" dirty="0">
                <a:latin typeface="+mn-lt"/>
              </a:rPr>
            </a:br>
            <a:r>
              <a:rPr lang="en-US" altLang="en-US" dirty="0">
                <a:latin typeface="+mn-lt"/>
              </a:rPr>
              <a:t>  response</a:t>
            </a:r>
          </a:p>
        </p:txBody>
      </p:sp>
      <p:sp>
        <p:nvSpPr>
          <p:cNvPr id="2" name="Title 1">
            <a:extLst>
              <a:ext uri="{FF2B5EF4-FFF2-40B4-BE49-F238E27FC236}">
                <a16:creationId xmlns:a16="http://schemas.microsoft.com/office/drawing/2014/main" id="{7DF7B29F-7839-49A2-B272-C512A632EDDA}"/>
              </a:ext>
            </a:extLst>
          </p:cNvPr>
          <p:cNvSpPr>
            <a:spLocks noGrp="1"/>
          </p:cNvSpPr>
          <p:nvPr>
            <p:ph type="title"/>
          </p:nvPr>
        </p:nvSpPr>
        <p:spPr>
          <a:xfrm>
            <a:off x="1295400" y="228600"/>
            <a:ext cx="7277100" cy="1658198"/>
          </a:xfrm>
        </p:spPr>
        <p:txBody>
          <a:bodyPr>
            <a:normAutofit/>
          </a:bodyPr>
          <a:lstStyle/>
          <a:p>
            <a:pPr>
              <a:defRPr/>
            </a:pPr>
            <a:r>
              <a:rPr lang="en-US" sz="4400" b="1" dirty="0"/>
              <a:t>Promotion: communicating value</a:t>
            </a:r>
          </a:p>
        </p:txBody>
      </p:sp>
      <p:pic>
        <p:nvPicPr>
          <p:cNvPr id="4" name="Picture 3" descr="Text&#10;&#10;Description automatically generated">
            <a:extLst>
              <a:ext uri="{FF2B5EF4-FFF2-40B4-BE49-F238E27FC236}">
                <a16:creationId xmlns:a16="http://schemas.microsoft.com/office/drawing/2014/main" id="{192F53B3-FB35-435E-AE12-B1DC59E853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808628"/>
            <a:ext cx="1752600" cy="3418405"/>
          </a:xfrm>
          <a:prstGeom prst="rect">
            <a:avLst/>
          </a:prstGeom>
        </p:spPr>
      </p:pic>
      <p:sp>
        <p:nvSpPr>
          <p:cNvPr id="5" name="TextBox 4">
            <a:extLst>
              <a:ext uri="{FF2B5EF4-FFF2-40B4-BE49-F238E27FC236}">
                <a16:creationId xmlns:a16="http://schemas.microsoft.com/office/drawing/2014/main" id="{80E6A28A-B407-4A3D-920B-B4AB5AFEE1DE}"/>
              </a:ext>
            </a:extLst>
          </p:cNvPr>
          <p:cNvSpPr txBox="1"/>
          <p:nvPr/>
        </p:nvSpPr>
        <p:spPr>
          <a:xfrm>
            <a:off x="5908675" y="5334000"/>
            <a:ext cx="2057400" cy="861774"/>
          </a:xfrm>
          <a:prstGeom prst="rect">
            <a:avLst/>
          </a:prstGeom>
          <a:noFill/>
        </p:spPr>
        <p:txBody>
          <a:bodyPr wrap="square" rtlCol="0">
            <a:spAutoFit/>
          </a:bodyPr>
          <a:lstStyle/>
          <a:p>
            <a:r>
              <a:rPr lang="en-US" sz="1000" dirty="0"/>
              <a:t>It isn’t easy to promote oat milk, so Oatly first promoted it to coffee shops and then designed a fun package to get attention in supermarkets.</a:t>
            </a:r>
            <a:endParaRPr lang="en-CA" sz="1000"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5" name="Text Box 3">
            <a:extLst>
              <a:ext uri="{FF2B5EF4-FFF2-40B4-BE49-F238E27FC236}">
                <a16:creationId xmlns:a16="http://schemas.microsoft.com/office/drawing/2014/main" id="{39C91FFE-60E8-4935-8878-FDB7B156ADF0}"/>
              </a:ext>
            </a:extLst>
          </p:cNvPr>
          <p:cNvSpPr txBox="1">
            <a:spLocks noChangeArrowheads="1"/>
          </p:cNvSpPr>
          <p:nvPr/>
        </p:nvSpPr>
        <p:spPr bwMode="auto">
          <a:xfrm>
            <a:off x="246063" y="2362200"/>
            <a:ext cx="8440737"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000" dirty="0">
                <a:latin typeface="Verdana" pitchFamily="34" charset="0"/>
              </a:rPr>
              <a:t>	</a:t>
            </a:r>
            <a:r>
              <a:rPr lang="en-US" altLang="en-US" sz="2000" b="1" dirty="0">
                <a:latin typeface="+mn-lt"/>
              </a:rPr>
              <a:t>Promotion is ____________ by a marketer that informs, persuades, 	and reminds potential buyers about a product or service to influence 	their opinions or elicit a response.</a:t>
            </a:r>
          </a:p>
          <a:p>
            <a:pPr eaLnBrk="1" hangingPunct="1">
              <a:spcBef>
                <a:spcPct val="0"/>
              </a:spcBef>
              <a:buFontTx/>
              <a:buNone/>
              <a:defRPr/>
            </a:pPr>
            <a:r>
              <a:rPr lang="en-US" altLang="en-US" sz="2000" dirty="0">
                <a:latin typeface="+mn-lt"/>
              </a:rPr>
              <a:t>	A)	smoke-and-mirrors </a:t>
            </a:r>
          </a:p>
          <a:p>
            <a:pPr eaLnBrk="1" hangingPunct="1">
              <a:spcBef>
                <a:spcPct val="0"/>
              </a:spcBef>
              <a:buFontTx/>
              <a:buNone/>
              <a:defRPr/>
            </a:pPr>
            <a:r>
              <a:rPr lang="en-US" altLang="en-US" sz="2000" dirty="0">
                <a:latin typeface="+mn-lt"/>
              </a:rPr>
              <a:t>	B)	coercion </a:t>
            </a:r>
          </a:p>
          <a:p>
            <a:pPr eaLnBrk="1" hangingPunct="1">
              <a:spcBef>
                <a:spcPct val="0"/>
              </a:spcBef>
              <a:buFontTx/>
              <a:buNone/>
              <a:defRPr/>
            </a:pPr>
            <a:r>
              <a:rPr lang="en-US" altLang="en-US" sz="2000" dirty="0">
                <a:latin typeface="+mn-lt"/>
              </a:rPr>
              <a:t>	C)	teasing </a:t>
            </a:r>
          </a:p>
          <a:p>
            <a:pPr eaLnBrk="1" hangingPunct="1">
              <a:spcBef>
                <a:spcPct val="0"/>
              </a:spcBef>
              <a:buFontTx/>
              <a:buNone/>
              <a:defRPr/>
            </a:pPr>
            <a:r>
              <a:rPr lang="en-US" altLang="en-US" sz="2000" dirty="0">
                <a:latin typeface="+mn-lt"/>
              </a:rPr>
              <a:t>	D)	communication </a:t>
            </a:r>
            <a:endParaRPr lang="en-US" altLang="en-US" sz="2200" dirty="0">
              <a:latin typeface="+mn-lt"/>
            </a:endParaRPr>
          </a:p>
        </p:txBody>
      </p:sp>
      <p:grpSp>
        <p:nvGrpSpPr>
          <p:cNvPr id="8" name="Group 8">
            <a:extLst>
              <a:ext uri="{FF2B5EF4-FFF2-40B4-BE49-F238E27FC236}">
                <a16:creationId xmlns:a16="http://schemas.microsoft.com/office/drawing/2014/main" id="{5087522E-82F0-4E71-AD90-E01FC2D06070}"/>
              </a:ext>
            </a:extLst>
          </p:cNvPr>
          <p:cNvGrpSpPr>
            <a:grpSpLocks/>
          </p:cNvGrpSpPr>
          <p:nvPr/>
        </p:nvGrpSpPr>
        <p:grpSpPr bwMode="auto">
          <a:xfrm>
            <a:off x="1219200" y="609600"/>
            <a:ext cx="7162800" cy="1295400"/>
            <a:chOff x="576" y="192"/>
            <a:chExt cx="4512" cy="816"/>
          </a:xfrm>
          <a:solidFill>
            <a:schemeClr val="accent2"/>
          </a:solidFill>
        </p:grpSpPr>
        <p:sp>
          <p:nvSpPr>
            <p:cNvPr id="9" name="Rounded Rectangle 8">
              <a:extLst>
                <a:ext uri="{FF2B5EF4-FFF2-40B4-BE49-F238E27FC236}">
                  <a16:creationId xmlns:a16="http://schemas.microsoft.com/office/drawing/2014/main" id="{200B8D62-75B1-4CA2-B439-11B635292D98}"/>
                </a:ext>
              </a:extLst>
            </p:cNvPr>
            <p:cNvSpPr/>
            <p:nvPr/>
          </p:nvSpPr>
          <p:spPr>
            <a:xfrm>
              <a:off x="576" y="192"/>
              <a:ext cx="4512" cy="816"/>
            </a:xfrm>
            <a:prstGeom prst="roundRect">
              <a:avLst/>
            </a:prstGeom>
            <a:grp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2945" tIns="41473" rIns="82945" bIns="41473" anchor="ctr"/>
            <a:lstStyle/>
            <a:p>
              <a:pPr algn="ctr" eaLnBrk="1" fontAlgn="auto" hangingPunct="1">
                <a:spcBef>
                  <a:spcPts val="0"/>
                </a:spcBef>
                <a:spcAft>
                  <a:spcPts val="0"/>
                </a:spcAft>
                <a:defRPr/>
              </a:pPr>
              <a:endParaRPr lang="en-US" dirty="0">
                <a:latin typeface="+mj-lt"/>
              </a:endParaRPr>
            </a:p>
          </p:txBody>
        </p:sp>
        <p:sp>
          <p:nvSpPr>
            <p:cNvPr id="10" name="Text Box 7">
              <a:extLst>
                <a:ext uri="{FF2B5EF4-FFF2-40B4-BE49-F238E27FC236}">
                  <a16:creationId xmlns:a16="http://schemas.microsoft.com/office/drawing/2014/main" id="{79DF8B18-CBF4-4873-8768-32F0F48FA0DA}"/>
                </a:ext>
              </a:extLst>
            </p:cNvPr>
            <p:cNvSpPr txBox="1">
              <a:spLocks noChangeArrowheads="1"/>
            </p:cNvSpPr>
            <p:nvPr/>
          </p:nvSpPr>
          <p:spPr bwMode="auto">
            <a:xfrm>
              <a:off x="624" y="384"/>
              <a:ext cx="4416"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algn="ctr" eaLnBrk="1" hangingPunct="1">
                <a:spcBef>
                  <a:spcPct val="0"/>
                </a:spcBef>
                <a:buFontTx/>
                <a:buNone/>
                <a:defRPr/>
              </a:pPr>
              <a:r>
                <a:rPr lang="en-US" altLang="en-US" sz="3200" b="1" dirty="0">
                  <a:solidFill>
                    <a:schemeClr val="bg1"/>
                  </a:solidFill>
                  <a:latin typeface="+mj-lt"/>
                </a:rPr>
                <a:t>Test Your Knowledge</a:t>
              </a:r>
            </a:p>
          </p:txBody>
        </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5" name="Text Box 3">
            <a:extLst>
              <a:ext uri="{FF2B5EF4-FFF2-40B4-BE49-F238E27FC236}">
                <a16:creationId xmlns:a16="http://schemas.microsoft.com/office/drawing/2014/main" id="{39C91FFE-60E8-4935-8878-FDB7B156ADF0}"/>
              </a:ext>
            </a:extLst>
          </p:cNvPr>
          <p:cNvSpPr txBox="1">
            <a:spLocks noChangeArrowheads="1"/>
          </p:cNvSpPr>
          <p:nvPr/>
        </p:nvSpPr>
        <p:spPr bwMode="auto">
          <a:xfrm>
            <a:off x="246063" y="2362200"/>
            <a:ext cx="8440737"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000" dirty="0">
                <a:latin typeface="Verdana" pitchFamily="34" charset="0"/>
              </a:rPr>
              <a:t>	</a:t>
            </a:r>
            <a:r>
              <a:rPr lang="en-US" altLang="en-US" sz="2000" b="1" dirty="0">
                <a:latin typeface="+mn-lt"/>
              </a:rPr>
              <a:t>Promotion is ____________ by a marketer that informs, persuades, 	and reminds potential buyers about a product or service to influence 	their opinions or elicit a response.</a:t>
            </a:r>
          </a:p>
          <a:p>
            <a:pPr eaLnBrk="1" hangingPunct="1">
              <a:spcBef>
                <a:spcPct val="0"/>
              </a:spcBef>
              <a:buFontTx/>
              <a:buNone/>
              <a:defRPr/>
            </a:pPr>
            <a:r>
              <a:rPr lang="en-US" altLang="en-US" sz="2000" dirty="0">
                <a:latin typeface="+mn-lt"/>
              </a:rPr>
              <a:t>	A)	smoke-and-mirrors </a:t>
            </a:r>
          </a:p>
          <a:p>
            <a:pPr eaLnBrk="1" hangingPunct="1">
              <a:spcBef>
                <a:spcPct val="0"/>
              </a:spcBef>
              <a:buFontTx/>
              <a:buNone/>
              <a:defRPr/>
            </a:pPr>
            <a:r>
              <a:rPr lang="en-US" altLang="en-US" sz="2000" dirty="0">
                <a:latin typeface="+mn-lt"/>
              </a:rPr>
              <a:t>	B)	coercion </a:t>
            </a:r>
          </a:p>
          <a:p>
            <a:pPr eaLnBrk="1" hangingPunct="1">
              <a:spcBef>
                <a:spcPct val="0"/>
              </a:spcBef>
              <a:buFontTx/>
              <a:buNone/>
              <a:defRPr/>
            </a:pPr>
            <a:r>
              <a:rPr lang="en-US" altLang="en-US" sz="2000" dirty="0">
                <a:latin typeface="+mn-lt"/>
              </a:rPr>
              <a:t>	C)	teasing </a:t>
            </a:r>
          </a:p>
          <a:p>
            <a:pPr eaLnBrk="1" hangingPunct="1">
              <a:spcBef>
                <a:spcPct val="0"/>
              </a:spcBef>
              <a:buFontTx/>
              <a:buNone/>
              <a:defRPr/>
            </a:pPr>
            <a:r>
              <a:rPr lang="en-US" altLang="en-US" sz="2000" dirty="0">
                <a:latin typeface="+mn-lt"/>
              </a:rPr>
              <a:t>	</a:t>
            </a:r>
            <a:r>
              <a:rPr lang="en-US" altLang="en-US" sz="2000" b="1" dirty="0">
                <a:latin typeface="+mn-lt"/>
              </a:rPr>
              <a:t>D)	communication </a:t>
            </a:r>
            <a:endParaRPr lang="en-US" altLang="en-US" sz="2200" b="1" dirty="0">
              <a:latin typeface="+mn-lt"/>
            </a:endParaRPr>
          </a:p>
        </p:txBody>
      </p:sp>
      <p:grpSp>
        <p:nvGrpSpPr>
          <p:cNvPr id="8" name="Group 8">
            <a:extLst>
              <a:ext uri="{FF2B5EF4-FFF2-40B4-BE49-F238E27FC236}">
                <a16:creationId xmlns:a16="http://schemas.microsoft.com/office/drawing/2014/main" id="{5087522E-82F0-4E71-AD90-E01FC2D06070}"/>
              </a:ext>
            </a:extLst>
          </p:cNvPr>
          <p:cNvGrpSpPr>
            <a:grpSpLocks/>
          </p:cNvGrpSpPr>
          <p:nvPr/>
        </p:nvGrpSpPr>
        <p:grpSpPr bwMode="auto">
          <a:xfrm>
            <a:off x="1219200" y="609600"/>
            <a:ext cx="7162800" cy="1295400"/>
            <a:chOff x="576" y="192"/>
            <a:chExt cx="4512" cy="816"/>
          </a:xfrm>
          <a:solidFill>
            <a:schemeClr val="accent2"/>
          </a:solidFill>
        </p:grpSpPr>
        <p:sp>
          <p:nvSpPr>
            <p:cNvPr id="9" name="Rounded Rectangle 8">
              <a:extLst>
                <a:ext uri="{FF2B5EF4-FFF2-40B4-BE49-F238E27FC236}">
                  <a16:creationId xmlns:a16="http://schemas.microsoft.com/office/drawing/2014/main" id="{200B8D62-75B1-4CA2-B439-11B635292D98}"/>
                </a:ext>
              </a:extLst>
            </p:cNvPr>
            <p:cNvSpPr/>
            <p:nvPr/>
          </p:nvSpPr>
          <p:spPr>
            <a:xfrm>
              <a:off x="576" y="192"/>
              <a:ext cx="4512" cy="816"/>
            </a:xfrm>
            <a:prstGeom prst="roundRect">
              <a:avLst/>
            </a:prstGeom>
            <a:grp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2945" tIns="41473" rIns="82945" bIns="41473" anchor="ctr"/>
            <a:lstStyle/>
            <a:p>
              <a:pPr algn="ctr" eaLnBrk="1" fontAlgn="auto" hangingPunct="1">
                <a:spcBef>
                  <a:spcPts val="0"/>
                </a:spcBef>
                <a:spcAft>
                  <a:spcPts val="0"/>
                </a:spcAft>
                <a:defRPr/>
              </a:pPr>
              <a:endParaRPr lang="en-US" dirty="0">
                <a:latin typeface="+mj-lt"/>
              </a:endParaRPr>
            </a:p>
          </p:txBody>
        </p:sp>
        <p:sp>
          <p:nvSpPr>
            <p:cNvPr id="10" name="Text Box 7">
              <a:extLst>
                <a:ext uri="{FF2B5EF4-FFF2-40B4-BE49-F238E27FC236}">
                  <a16:creationId xmlns:a16="http://schemas.microsoft.com/office/drawing/2014/main" id="{79DF8B18-CBF4-4873-8768-32F0F48FA0DA}"/>
                </a:ext>
              </a:extLst>
            </p:cNvPr>
            <p:cNvSpPr txBox="1">
              <a:spLocks noChangeArrowheads="1"/>
            </p:cNvSpPr>
            <p:nvPr/>
          </p:nvSpPr>
          <p:spPr bwMode="auto">
            <a:xfrm>
              <a:off x="624" y="384"/>
              <a:ext cx="4416"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algn="ctr" eaLnBrk="1" hangingPunct="1">
                <a:spcBef>
                  <a:spcPct val="0"/>
                </a:spcBef>
                <a:buFontTx/>
                <a:buNone/>
                <a:defRPr/>
              </a:pPr>
              <a:r>
                <a:rPr lang="en-US" altLang="en-US" sz="3200" b="1" dirty="0">
                  <a:solidFill>
                    <a:schemeClr val="bg1"/>
                  </a:solidFill>
                  <a:latin typeface="+mj-lt"/>
                </a:rPr>
                <a:t>Test Your Knowledge</a:t>
              </a:r>
            </a:p>
          </p:txBody>
        </p:sp>
      </p:grpSp>
    </p:spTree>
    <p:extLst>
      <p:ext uri="{BB962C8B-B14F-4D97-AF65-F5344CB8AC3E}">
        <p14:creationId xmlns:p14="http://schemas.microsoft.com/office/powerpoint/2010/main" val="217881885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Line 9">
            <a:extLst>
              <a:ext uri="{FF2B5EF4-FFF2-40B4-BE49-F238E27FC236}">
                <a16:creationId xmlns:a16="http://schemas.microsoft.com/office/drawing/2014/main" id="{A0CE945E-17FE-4D71-A278-2AB27C4D5F2A}"/>
              </a:ext>
            </a:extLst>
          </p:cNvPr>
          <p:cNvSpPr>
            <a:spLocks noChangeShapeType="1"/>
          </p:cNvSpPr>
          <p:nvPr/>
        </p:nvSpPr>
        <p:spPr bwMode="auto">
          <a:xfrm>
            <a:off x="2159953" y="2609533"/>
            <a:ext cx="1130300" cy="904875"/>
          </a:xfrm>
          <a:prstGeom prst="line">
            <a:avLst/>
          </a:prstGeom>
          <a:noFill/>
          <a:ln w="76200">
            <a:solidFill>
              <a:srgbClr val="A49F6E"/>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dirty="0"/>
          </a:p>
        </p:txBody>
      </p:sp>
      <p:sp>
        <p:nvSpPr>
          <p:cNvPr id="39942" name="Text Box 5">
            <a:extLst>
              <a:ext uri="{FF2B5EF4-FFF2-40B4-BE49-F238E27FC236}">
                <a16:creationId xmlns:a16="http://schemas.microsoft.com/office/drawing/2014/main" id="{85ADF750-9F5C-4C7C-A615-C2E354035989}"/>
              </a:ext>
            </a:extLst>
          </p:cNvPr>
          <p:cNvSpPr txBox="1">
            <a:spLocks noChangeArrowheads="1"/>
          </p:cNvSpPr>
          <p:nvPr/>
        </p:nvSpPr>
        <p:spPr bwMode="auto">
          <a:xfrm>
            <a:off x="490697" y="2009697"/>
            <a:ext cx="5599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000" b="1" dirty="0">
                <a:latin typeface="+mn-lt"/>
              </a:rPr>
              <a:t>B2B:  </a:t>
            </a:r>
            <a:r>
              <a:rPr lang="en-US" altLang="en-US" sz="2000" dirty="0">
                <a:latin typeface="+mn-lt"/>
              </a:rPr>
              <a:t>Wholesaling is often only Business to Business</a:t>
            </a:r>
          </a:p>
        </p:txBody>
      </p:sp>
      <p:sp>
        <p:nvSpPr>
          <p:cNvPr id="39943" name="Text Box 6">
            <a:extLst>
              <a:ext uri="{FF2B5EF4-FFF2-40B4-BE49-F238E27FC236}">
                <a16:creationId xmlns:a16="http://schemas.microsoft.com/office/drawing/2014/main" id="{EE498DF9-E3B0-4760-9D9E-ED9171EE6DA7}"/>
              </a:ext>
            </a:extLst>
          </p:cNvPr>
          <p:cNvSpPr txBox="1">
            <a:spLocks noChangeArrowheads="1"/>
          </p:cNvSpPr>
          <p:nvPr/>
        </p:nvSpPr>
        <p:spPr bwMode="auto">
          <a:xfrm>
            <a:off x="2822576" y="3993991"/>
            <a:ext cx="38036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000" b="1" dirty="0">
                <a:latin typeface="+mn-lt"/>
              </a:rPr>
              <a:t>B2C: </a:t>
            </a:r>
            <a:r>
              <a:rPr lang="en-US" altLang="en-US" sz="2000" dirty="0">
                <a:latin typeface="+mn-lt"/>
              </a:rPr>
              <a:t>All retailing is Business to Consumer selling</a:t>
            </a:r>
            <a:endParaRPr lang="en-US" altLang="en-US" dirty="0">
              <a:latin typeface="+mn-lt"/>
            </a:endParaRPr>
          </a:p>
        </p:txBody>
      </p:sp>
      <p:sp>
        <p:nvSpPr>
          <p:cNvPr id="39944" name="Text Box 7">
            <a:extLst>
              <a:ext uri="{FF2B5EF4-FFF2-40B4-BE49-F238E27FC236}">
                <a16:creationId xmlns:a16="http://schemas.microsoft.com/office/drawing/2014/main" id="{18FA2B5E-084F-4B98-AE9D-AA3CA4A70DD2}"/>
              </a:ext>
            </a:extLst>
          </p:cNvPr>
          <p:cNvSpPr txBox="1">
            <a:spLocks noChangeArrowheads="1"/>
          </p:cNvSpPr>
          <p:nvPr/>
        </p:nvSpPr>
        <p:spPr bwMode="auto">
          <a:xfrm>
            <a:off x="5908675" y="5330825"/>
            <a:ext cx="2778125"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000" b="1" dirty="0">
                <a:latin typeface="+mn-lt"/>
              </a:rPr>
              <a:t>C2C:  </a:t>
            </a:r>
            <a:r>
              <a:rPr lang="en-US" altLang="en-US" sz="2000" dirty="0">
                <a:latin typeface="+mn-lt"/>
              </a:rPr>
              <a:t>Swap Meets, </a:t>
            </a:r>
            <a:br>
              <a:rPr lang="en-US" altLang="en-US" sz="2000" dirty="0">
                <a:latin typeface="+mn-lt"/>
              </a:rPr>
            </a:br>
            <a:r>
              <a:rPr lang="en-US" altLang="en-US" sz="2000" dirty="0">
                <a:latin typeface="+mn-lt"/>
              </a:rPr>
              <a:t>EBay, yard sales, etc.</a:t>
            </a:r>
          </a:p>
        </p:txBody>
      </p:sp>
      <p:sp>
        <p:nvSpPr>
          <p:cNvPr id="44041" name="Line 10">
            <a:extLst>
              <a:ext uri="{FF2B5EF4-FFF2-40B4-BE49-F238E27FC236}">
                <a16:creationId xmlns:a16="http://schemas.microsoft.com/office/drawing/2014/main" id="{BACC8EFE-07EF-486B-95F5-13B0CFE423AC}"/>
              </a:ext>
            </a:extLst>
          </p:cNvPr>
          <p:cNvSpPr>
            <a:spLocks noChangeShapeType="1"/>
          </p:cNvSpPr>
          <p:nvPr/>
        </p:nvSpPr>
        <p:spPr bwMode="auto">
          <a:xfrm>
            <a:off x="5445125" y="5016500"/>
            <a:ext cx="385763" cy="314325"/>
          </a:xfrm>
          <a:prstGeom prst="line">
            <a:avLst/>
          </a:prstGeom>
          <a:noFill/>
          <a:ln w="76200">
            <a:solidFill>
              <a:srgbClr val="A49F6E"/>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dirty="0"/>
          </a:p>
        </p:txBody>
      </p:sp>
      <p:sp>
        <p:nvSpPr>
          <p:cNvPr id="44042" name="Line 11">
            <a:extLst>
              <a:ext uri="{FF2B5EF4-FFF2-40B4-BE49-F238E27FC236}">
                <a16:creationId xmlns:a16="http://schemas.microsoft.com/office/drawing/2014/main" id="{03D63329-A6BD-4200-806F-AE0FC8E7C8EA}"/>
              </a:ext>
            </a:extLst>
          </p:cNvPr>
          <p:cNvSpPr>
            <a:spLocks noChangeShapeType="1"/>
          </p:cNvSpPr>
          <p:nvPr/>
        </p:nvSpPr>
        <p:spPr bwMode="auto">
          <a:xfrm flipH="1">
            <a:off x="1504950" y="3916363"/>
            <a:ext cx="750888" cy="1476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en-US" dirty="0"/>
          </a:p>
        </p:txBody>
      </p:sp>
      <p:sp>
        <p:nvSpPr>
          <p:cNvPr id="44043" name="Line 12">
            <a:extLst>
              <a:ext uri="{FF2B5EF4-FFF2-40B4-BE49-F238E27FC236}">
                <a16:creationId xmlns:a16="http://schemas.microsoft.com/office/drawing/2014/main" id="{0390B084-EADE-43AE-83F3-F9FC231564B0}"/>
              </a:ext>
            </a:extLst>
          </p:cNvPr>
          <p:cNvSpPr>
            <a:spLocks noChangeShapeType="1"/>
          </p:cNvSpPr>
          <p:nvPr/>
        </p:nvSpPr>
        <p:spPr bwMode="auto">
          <a:xfrm flipV="1">
            <a:off x="1843088" y="3003550"/>
            <a:ext cx="1092200" cy="8842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en-US" dirty="0"/>
          </a:p>
        </p:txBody>
      </p:sp>
      <p:sp>
        <p:nvSpPr>
          <p:cNvPr id="44044" name="Line 13">
            <a:extLst>
              <a:ext uri="{FF2B5EF4-FFF2-40B4-BE49-F238E27FC236}">
                <a16:creationId xmlns:a16="http://schemas.microsoft.com/office/drawing/2014/main" id="{6CC16ECF-24B6-48B6-A466-93A1BDE2771A}"/>
              </a:ext>
            </a:extLst>
          </p:cNvPr>
          <p:cNvSpPr>
            <a:spLocks noChangeShapeType="1"/>
          </p:cNvSpPr>
          <p:nvPr/>
        </p:nvSpPr>
        <p:spPr bwMode="auto">
          <a:xfrm flipV="1">
            <a:off x="1828800" y="2973388"/>
            <a:ext cx="1165225" cy="9144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en-US" dirty="0"/>
          </a:p>
        </p:txBody>
      </p:sp>
      <p:sp>
        <p:nvSpPr>
          <p:cNvPr id="44045" name="Line 14">
            <a:extLst>
              <a:ext uri="{FF2B5EF4-FFF2-40B4-BE49-F238E27FC236}">
                <a16:creationId xmlns:a16="http://schemas.microsoft.com/office/drawing/2014/main" id="{DCB5B9E8-D0AA-4F43-AFD8-B56F0AD12F45}"/>
              </a:ext>
            </a:extLst>
          </p:cNvPr>
          <p:cNvSpPr>
            <a:spLocks noChangeShapeType="1"/>
          </p:cNvSpPr>
          <p:nvPr/>
        </p:nvSpPr>
        <p:spPr bwMode="auto">
          <a:xfrm flipH="1" flipV="1">
            <a:off x="841375" y="3001963"/>
            <a:ext cx="987425" cy="8699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en-US" dirty="0"/>
          </a:p>
        </p:txBody>
      </p:sp>
      <p:sp>
        <p:nvSpPr>
          <p:cNvPr id="44046" name="Line 15">
            <a:extLst>
              <a:ext uri="{FF2B5EF4-FFF2-40B4-BE49-F238E27FC236}">
                <a16:creationId xmlns:a16="http://schemas.microsoft.com/office/drawing/2014/main" id="{24887511-2C05-41C2-9F61-F18B8B5DA36A}"/>
              </a:ext>
            </a:extLst>
          </p:cNvPr>
          <p:cNvSpPr>
            <a:spLocks noChangeShapeType="1"/>
          </p:cNvSpPr>
          <p:nvPr/>
        </p:nvSpPr>
        <p:spPr bwMode="auto">
          <a:xfrm flipH="1" flipV="1">
            <a:off x="3333750" y="3001963"/>
            <a:ext cx="796925" cy="5905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en-US" dirty="0"/>
          </a:p>
        </p:txBody>
      </p:sp>
      <p:sp>
        <p:nvSpPr>
          <p:cNvPr id="44047" name="Line 16">
            <a:extLst>
              <a:ext uri="{FF2B5EF4-FFF2-40B4-BE49-F238E27FC236}">
                <a16:creationId xmlns:a16="http://schemas.microsoft.com/office/drawing/2014/main" id="{6FC4FB57-AB77-441A-BA57-5B7CB431BAD3}"/>
              </a:ext>
            </a:extLst>
          </p:cNvPr>
          <p:cNvSpPr>
            <a:spLocks noChangeShapeType="1"/>
          </p:cNvSpPr>
          <p:nvPr/>
        </p:nvSpPr>
        <p:spPr bwMode="auto">
          <a:xfrm flipV="1">
            <a:off x="4424363" y="2971800"/>
            <a:ext cx="869950" cy="6778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en-US" dirty="0"/>
          </a:p>
        </p:txBody>
      </p:sp>
      <p:sp>
        <p:nvSpPr>
          <p:cNvPr id="2" name="Title 1">
            <a:extLst>
              <a:ext uri="{FF2B5EF4-FFF2-40B4-BE49-F238E27FC236}">
                <a16:creationId xmlns:a16="http://schemas.microsoft.com/office/drawing/2014/main" id="{29768C6B-040A-45ED-BCDD-0CCC8B276145}"/>
              </a:ext>
            </a:extLst>
          </p:cNvPr>
          <p:cNvSpPr>
            <a:spLocks noGrp="1"/>
          </p:cNvSpPr>
          <p:nvPr>
            <p:ph type="title" sz="quarter"/>
          </p:nvPr>
        </p:nvSpPr>
        <p:spPr>
          <a:xfrm>
            <a:off x="1143000" y="152400"/>
            <a:ext cx="7543800" cy="1143000"/>
          </a:xfrm>
        </p:spPr>
        <p:txBody>
          <a:bodyPr>
            <a:normAutofit fontScale="90000"/>
          </a:bodyPr>
          <a:lstStyle/>
          <a:p>
            <a:pPr>
              <a:defRPr/>
            </a:pPr>
            <a:r>
              <a:rPr lang="en-US" b="1" dirty="0"/>
              <a:t>Marketing can be performed by both individuals &amp; organizations</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3">
            <a:extLst>
              <a:ext uri="{FF2B5EF4-FFF2-40B4-BE49-F238E27FC236}">
                <a16:creationId xmlns:a16="http://schemas.microsoft.com/office/drawing/2014/main" id="{8F8CAFD2-54B0-41CD-8C58-147573B91492}"/>
              </a:ext>
            </a:extLst>
          </p:cNvPr>
          <p:cNvSpPr>
            <a:spLocks noChangeArrowheads="1"/>
          </p:cNvSpPr>
          <p:nvPr/>
        </p:nvSpPr>
        <p:spPr bwMode="auto">
          <a:xfrm>
            <a:off x="642938" y="2743200"/>
            <a:ext cx="4551362" cy="265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lnSpc>
                <a:spcPct val="90000"/>
              </a:lnSpc>
              <a:buClr>
                <a:srgbClr val="00B0F0"/>
              </a:buClr>
              <a:buSzPct val="50000"/>
              <a:buFont typeface="Wingdings" pitchFamily="2" charset="2"/>
              <a:buChar char="l"/>
              <a:defRPr/>
            </a:pPr>
            <a:r>
              <a:rPr lang="en-US" altLang="en-US" dirty="0">
                <a:latin typeface="+mn-lt"/>
              </a:rPr>
              <a:t>Both profit and non-profit entities</a:t>
            </a:r>
          </a:p>
          <a:p>
            <a:pPr eaLnBrk="1" hangingPunct="1">
              <a:lnSpc>
                <a:spcPct val="90000"/>
              </a:lnSpc>
              <a:buClr>
                <a:srgbClr val="00B0F0"/>
              </a:buClr>
              <a:buSzPct val="50000"/>
              <a:buFont typeface="Wingdings" pitchFamily="2" charset="2"/>
              <a:buChar char="l"/>
              <a:defRPr/>
            </a:pPr>
            <a:r>
              <a:rPr lang="en-US" altLang="en-US" dirty="0">
                <a:latin typeface="+mn-lt"/>
              </a:rPr>
              <a:t>Developing economies</a:t>
            </a:r>
          </a:p>
          <a:p>
            <a:pPr eaLnBrk="1" hangingPunct="1">
              <a:lnSpc>
                <a:spcPct val="90000"/>
              </a:lnSpc>
              <a:buClr>
                <a:srgbClr val="00B0F0"/>
              </a:buClr>
              <a:buSzPct val="50000"/>
              <a:buFont typeface="Wingdings" pitchFamily="2" charset="2"/>
              <a:buChar char="l"/>
              <a:defRPr/>
            </a:pPr>
            <a:r>
              <a:rPr lang="en-US" altLang="en-US" dirty="0">
                <a:latin typeface="+mn-lt"/>
              </a:rPr>
              <a:t>Entire industries </a:t>
            </a:r>
          </a:p>
        </p:txBody>
      </p:sp>
      <p:sp>
        <p:nvSpPr>
          <p:cNvPr id="2" name="Title 1">
            <a:extLst>
              <a:ext uri="{FF2B5EF4-FFF2-40B4-BE49-F238E27FC236}">
                <a16:creationId xmlns:a16="http://schemas.microsoft.com/office/drawing/2014/main" id="{CD5113E1-45B7-471A-A8B2-62CAC5AB217E}"/>
              </a:ext>
            </a:extLst>
          </p:cNvPr>
          <p:cNvSpPr>
            <a:spLocks noGrp="1"/>
          </p:cNvSpPr>
          <p:nvPr>
            <p:ph type="title"/>
          </p:nvPr>
        </p:nvSpPr>
        <p:spPr>
          <a:xfrm>
            <a:off x="1143000" y="152400"/>
            <a:ext cx="7543800" cy="1143000"/>
          </a:xfrm>
        </p:spPr>
        <p:txBody>
          <a:bodyPr>
            <a:noAutofit/>
          </a:bodyPr>
          <a:lstStyle/>
          <a:p>
            <a:pPr>
              <a:defRPr/>
            </a:pPr>
            <a:r>
              <a:rPr lang="en-US" b="1" dirty="0"/>
              <a:t>Marketing impacts many stakeholders</a:t>
            </a:r>
          </a:p>
        </p:txBody>
      </p:sp>
      <p:pic>
        <p:nvPicPr>
          <p:cNvPr id="3" name="Picture 2">
            <a:extLst>
              <a:ext uri="{FF2B5EF4-FFF2-40B4-BE49-F238E27FC236}">
                <a16:creationId xmlns:a16="http://schemas.microsoft.com/office/drawing/2014/main" id="{4F25A3E9-4CF1-4ECB-BAAD-2BB220C4B04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333999" y="1143000"/>
            <a:ext cx="3304277" cy="4419600"/>
          </a:xfrm>
          <a:prstGeom prst="rect">
            <a:avLst/>
          </a:prstGeom>
        </p:spPr>
      </p:pic>
      <p:sp>
        <p:nvSpPr>
          <p:cNvPr id="4" name="TextBox 3">
            <a:extLst>
              <a:ext uri="{FF2B5EF4-FFF2-40B4-BE49-F238E27FC236}">
                <a16:creationId xmlns:a16="http://schemas.microsoft.com/office/drawing/2014/main" id="{5DB46C1D-E9CB-4C0E-A552-D0EBC8B5CEAE}"/>
              </a:ext>
            </a:extLst>
          </p:cNvPr>
          <p:cNvSpPr txBox="1"/>
          <p:nvPr/>
        </p:nvSpPr>
        <p:spPr>
          <a:xfrm>
            <a:off x="5333999" y="5562600"/>
            <a:ext cx="3304277" cy="553998"/>
          </a:xfrm>
          <a:prstGeom prst="rect">
            <a:avLst/>
          </a:prstGeom>
          <a:noFill/>
        </p:spPr>
        <p:txBody>
          <a:bodyPr wrap="square" rtlCol="0">
            <a:spAutoFit/>
          </a:bodyPr>
          <a:lstStyle/>
          <a:p>
            <a:r>
              <a:rPr lang="en-US" sz="1000" dirty="0"/>
              <a:t>“Milk Life” replaced the well-known “Got Milk?” campaign, but the ads still create a high level of awareness for the milk industry.</a:t>
            </a:r>
            <a:endParaRPr lang="en-CA" sz="1000"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4">
            <a:extLst>
              <a:ext uri="{FF2B5EF4-FFF2-40B4-BE49-F238E27FC236}">
                <a16:creationId xmlns:a16="http://schemas.microsoft.com/office/drawing/2014/main" id="{F553EBEC-3859-48EA-929C-E9965B2692D0}"/>
              </a:ext>
            </a:extLst>
          </p:cNvPr>
          <p:cNvSpPr>
            <a:spLocks noChangeArrowheads="1"/>
          </p:cNvSpPr>
          <p:nvPr/>
        </p:nvSpPr>
        <p:spPr bwMode="auto">
          <a:xfrm>
            <a:off x="252413" y="4222750"/>
            <a:ext cx="4073525" cy="779463"/>
          </a:xfrm>
          <a:prstGeom prst="roundRect">
            <a:avLst>
              <a:gd name="adj" fmla="val 16667"/>
            </a:avLst>
          </a:prstGeom>
          <a:solidFill>
            <a:schemeClr val="accent1">
              <a:lumMod val="20000"/>
              <a:lumOff val="80000"/>
              <a:alpha val="70000"/>
            </a:schemeClr>
          </a:solidFill>
          <a:ln w="9525">
            <a:noFill/>
            <a:round/>
            <a:headEnd/>
            <a:tailEnd/>
          </a:ln>
          <a:effectLst>
            <a:outerShdw dist="107763" dir="2700000" algn="ctr" rotWithShape="0">
              <a:srgbClr val="024A05">
                <a:alpha val="50000"/>
              </a:srgbClr>
            </a:outerShdw>
          </a:effectLst>
        </p:spPr>
        <p:txBody>
          <a:bodyPr wrap="none" anchor="ctr"/>
          <a:lstStyle/>
          <a:p>
            <a:pPr eaLnBrk="1" hangingPunct="1">
              <a:defRPr/>
            </a:pPr>
            <a:endParaRPr lang="en-CA" dirty="0">
              <a:latin typeface="Arial" charset="0"/>
            </a:endParaRPr>
          </a:p>
        </p:txBody>
      </p:sp>
      <p:sp>
        <p:nvSpPr>
          <p:cNvPr id="16" name="AutoShape 7">
            <a:extLst>
              <a:ext uri="{FF2B5EF4-FFF2-40B4-BE49-F238E27FC236}">
                <a16:creationId xmlns:a16="http://schemas.microsoft.com/office/drawing/2014/main" id="{BBEDA162-A9AC-4984-826D-BCA0C13ADD1D}"/>
              </a:ext>
            </a:extLst>
          </p:cNvPr>
          <p:cNvSpPr>
            <a:spLocks noChangeArrowheads="1"/>
          </p:cNvSpPr>
          <p:nvPr/>
        </p:nvSpPr>
        <p:spPr bwMode="auto">
          <a:xfrm>
            <a:off x="228600" y="5214938"/>
            <a:ext cx="4116388" cy="779462"/>
          </a:xfrm>
          <a:prstGeom prst="roundRect">
            <a:avLst>
              <a:gd name="adj" fmla="val 16667"/>
            </a:avLst>
          </a:prstGeom>
          <a:solidFill>
            <a:schemeClr val="accent1">
              <a:lumMod val="20000"/>
              <a:lumOff val="80000"/>
              <a:alpha val="70000"/>
            </a:schemeClr>
          </a:solidFill>
          <a:ln w="9525">
            <a:noFill/>
            <a:round/>
            <a:headEnd/>
            <a:tailEnd/>
          </a:ln>
          <a:effectLst>
            <a:outerShdw dist="107763" dir="2700000" algn="ctr" rotWithShape="0">
              <a:srgbClr val="024A05">
                <a:alpha val="50000"/>
              </a:srgbClr>
            </a:outerShdw>
          </a:effectLst>
        </p:spPr>
        <p:txBody>
          <a:bodyPr wrap="none" anchor="ctr"/>
          <a:lstStyle/>
          <a:p>
            <a:pPr eaLnBrk="1" hangingPunct="1">
              <a:defRPr/>
            </a:pPr>
            <a:endParaRPr lang="en-CA" dirty="0">
              <a:latin typeface="Arial" charset="0"/>
            </a:endParaRPr>
          </a:p>
        </p:txBody>
      </p:sp>
      <p:sp>
        <p:nvSpPr>
          <p:cNvPr id="17" name="AutoShape 9">
            <a:extLst>
              <a:ext uri="{FF2B5EF4-FFF2-40B4-BE49-F238E27FC236}">
                <a16:creationId xmlns:a16="http://schemas.microsoft.com/office/drawing/2014/main" id="{457D943C-B580-4514-B005-F62C25036474}"/>
              </a:ext>
            </a:extLst>
          </p:cNvPr>
          <p:cNvSpPr>
            <a:spLocks noChangeArrowheads="1"/>
          </p:cNvSpPr>
          <p:nvPr/>
        </p:nvSpPr>
        <p:spPr bwMode="auto">
          <a:xfrm>
            <a:off x="4541838" y="4240213"/>
            <a:ext cx="4262437" cy="779462"/>
          </a:xfrm>
          <a:prstGeom prst="roundRect">
            <a:avLst>
              <a:gd name="adj" fmla="val 16667"/>
            </a:avLst>
          </a:prstGeom>
          <a:solidFill>
            <a:schemeClr val="accent1">
              <a:lumMod val="20000"/>
              <a:lumOff val="80000"/>
              <a:alpha val="70000"/>
            </a:schemeClr>
          </a:solidFill>
          <a:ln w="9525">
            <a:noFill/>
            <a:round/>
            <a:headEnd/>
            <a:tailEnd/>
          </a:ln>
          <a:effectLst>
            <a:outerShdw dist="107763" dir="2700000" algn="ctr" rotWithShape="0">
              <a:srgbClr val="024A05">
                <a:alpha val="50000"/>
              </a:srgbClr>
            </a:outerShdw>
          </a:effectLst>
        </p:spPr>
        <p:txBody>
          <a:bodyPr wrap="none" anchor="ctr"/>
          <a:lstStyle/>
          <a:p>
            <a:pPr eaLnBrk="1" hangingPunct="1">
              <a:defRPr/>
            </a:pPr>
            <a:endParaRPr lang="en-CA" dirty="0">
              <a:latin typeface="Arial" charset="0"/>
            </a:endParaRPr>
          </a:p>
        </p:txBody>
      </p:sp>
      <p:sp>
        <p:nvSpPr>
          <p:cNvPr id="18" name="AutoShape 12">
            <a:extLst>
              <a:ext uri="{FF2B5EF4-FFF2-40B4-BE49-F238E27FC236}">
                <a16:creationId xmlns:a16="http://schemas.microsoft.com/office/drawing/2014/main" id="{A2119C6B-AACF-4E02-9902-35DB63AED04C}"/>
              </a:ext>
            </a:extLst>
          </p:cNvPr>
          <p:cNvSpPr>
            <a:spLocks noChangeArrowheads="1"/>
          </p:cNvSpPr>
          <p:nvPr/>
        </p:nvSpPr>
        <p:spPr bwMode="auto">
          <a:xfrm>
            <a:off x="4573588" y="5246688"/>
            <a:ext cx="4248150" cy="779462"/>
          </a:xfrm>
          <a:prstGeom prst="roundRect">
            <a:avLst>
              <a:gd name="adj" fmla="val 16667"/>
            </a:avLst>
          </a:prstGeom>
          <a:solidFill>
            <a:schemeClr val="accent1">
              <a:lumMod val="20000"/>
              <a:lumOff val="80000"/>
              <a:alpha val="70000"/>
            </a:schemeClr>
          </a:solidFill>
          <a:ln w="9525">
            <a:noFill/>
            <a:round/>
            <a:headEnd/>
            <a:tailEnd/>
          </a:ln>
          <a:effectLst>
            <a:outerShdw dist="107763" dir="2700000" algn="ctr" rotWithShape="0">
              <a:srgbClr val="024A05">
                <a:alpha val="50000"/>
              </a:srgbClr>
            </a:outerShdw>
          </a:effectLst>
        </p:spPr>
        <p:txBody>
          <a:bodyPr wrap="none" anchor="ctr"/>
          <a:lstStyle/>
          <a:p>
            <a:pPr eaLnBrk="1" hangingPunct="1">
              <a:defRPr/>
            </a:pPr>
            <a:endParaRPr lang="en-CA" dirty="0">
              <a:latin typeface="Arial" charset="0"/>
            </a:endParaRPr>
          </a:p>
        </p:txBody>
      </p:sp>
      <p:sp>
        <p:nvSpPr>
          <p:cNvPr id="43017" name="Text Box 5">
            <a:hlinkHover r:id="" action="ppaction://hlinkshowjump?jump=nextslide" highlightClick="1"/>
            <a:extLst>
              <a:ext uri="{FF2B5EF4-FFF2-40B4-BE49-F238E27FC236}">
                <a16:creationId xmlns:a16="http://schemas.microsoft.com/office/drawing/2014/main" id="{C5FF61F9-A362-4B5E-8904-6A7FC0261DDE}"/>
              </a:ext>
            </a:extLst>
          </p:cNvPr>
          <p:cNvSpPr txBox="1">
            <a:spLocks noChangeArrowheads="1"/>
          </p:cNvSpPr>
          <p:nvPr/>
        </p:nvSpPr>
        <p:spPr bwMode="auto">
          <a:xfrm>
            <a:off x="593725" y="4383088"/>
            <a:ext cx="3392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400" dirty="0">
                <a:latin typeface="+mn-lt"/>
              </a:rPr>
              <a:t>Product Orientation</a:t>
            </a:r>
          </a:p>
        </p:txBody>
      </p:sp>
      <p:sp>
        <p:nvSpPr>
          <p:cNvPr id="43018" name="Text Box 8">
            <a:extLst>
              <a:ext uri="{FF2B5EF4-FFF2-40B4-BE49-F238E27FC236}">
                <a16:creationId xmlns:a16="http://schemas.microsoft.com/office/drawing/2014/main" id="{EC4374C6-D0D3-432A-9569-D0A11DBF0EE3}"/>
              </a:ext>
            </a:extLst>
          </p:cNvPr>
          <p:cNvSpPr txBox="1">
            <a:spLocks noChangeArrowheads="1"/>
          </p:cNvSpPr>
          <p:nvPr/>
        </p:nvSpPr>
        <p:spPr bwMode="auto">
          <a:xfrm>
            <a:off x="560388" y="5376863"/>
            <a:ext cx="3452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400" dirty="0">
                <a:latin typeface="+mn-lt"/>
              </a:rPr>
              <a:t>Sales Orientation</a:t>
            </a:r>
          </a:p>
        </p:txBody>
      </p:sp>
      <p:sp>
        <p:nvSpPr>
          <p:cNvPr id="43019" name="Text Box 10">
            <a:extLst>
              <a:ext uri="{FF2B5EF4-FFF2-40B4-BE49-F238E27FC236}">
                <a16:creationId xmlns:a16="http://schemas.microsoft.com/office/drawing/2014/main" id="{CCEC8384-910C-49D1-9E32-C3103B4F5611}"/>
              </a:ext>
            </a:extLst>
          </p:cNvPr>
          <p:cNvSpPr txBox="1">
            <a:spLocks noChangeArrowheads="1"/>
          </p:cNvSpPr>
          <p:nvPr/>
        </p:nvSpPr>
        <p:spPr bwMode="auto">
          <a:xfrm>
            <a:off x="4976813" y="4402138"/>
            <a:ext cx="3390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400" dirty="0">
                <a:latin typeface="+mn-lt"/>
              </a:rPr>
              <a:t>Market Orientation</a:t>
            </a:r>
          </a:p>
        </p:txBody>
      </p:sp>
      <p:sp>
        <p:nvSpPr>
          <p:cNvPr id="43020" name="Text Box 13">
            <a:extLst>
              <a:ext uri="{FF2B5EF4-FFF2-40B4-BE49-F238E27FC236}">
                <a16:creationId xmlns:a16="http://schemas.microsoft.com/office/drawing/2014/main" id="{A575E486-CF55-456E-98F2-E7290C21E682}"/>
              </a:ext>
            </a:extLst>
          </p:cNvPr>
          <p:cNvSpPr txBox="1">
            <a:spLocks noChangeArrowheads="1"/>
          </p:cNvSpPr>
          <p:nvPr/>
        </p:nvSpPr>
        <p:spPr bwMode="auto">
          <a:xfrm>
            <a:off x="4735513" y="5408613"/>
            <a:ext cx="3925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400" dirty="0">
                <a:latin typeface="+mn-lt"/>
              </a:rPr>
              <a:t>Value-based Orientation</a:t>
            </a:r>
          </a:p>
        </p:txBody>
      </p:sp>
      <p:sp>
        <p:nvSpPr>
          <p:cNvPr id="2" name="Title 1">
            <a:extLst>
              <a:ext uri="{FF2B5EF4-FFF2-40B4-BE49-F238E27FC236}">
                <a16:creationId xmlns:a16="http://schemas.microsoft.com/office/drawing/2014/main" id="{E2AB85E1-1D2C-4F36-A22A-492978BE5F70}"/>
              </a:ext>
            </a:extLst>
          </p:cNvPr>
          <p:cNvSpPr>
            <a:spLocks noGrp="1"/>
          </p:cNvSpPr>
          <p:nvPr>
            <p:ph type="title"/>
          </p:nvPr>
        </p:nvSpPr>
        <p:spPr>
          <a:xfrm>
            <a:off x="1234395" y="76200"/>
            <a:ext cx="7338105" cy="1658198"/>
          </a:xfrm>
        </p:spPr>
        <p:txBody>
          <a:bodyPr>
            <a:normAutofit/>
          </a:bodyPr>
          <a:lstStyle/>
          <a:p>
            <a:pPr>
              <a:defRPr/>
            </a:pPr>
            <a:r>
              <a:rPr lang="en-US" sz="4400" b="1" dirty="0"/>
              <a:t>The four orientations of marketing</a:t>
            </a:r>
          </a:p>
        </p:txBody>
      </p:sp>
      <p:pic>
        <p:nvPicPr>
          <p:cNvPr id="3" name="Picture 2">
            <a:extLst>
              <a:ext uri="{FF2B5EF4-FFF2-40B4-BE49-F238E27FC236}">
                <a16:creationId xmlns:a16="http://schemas.microsoft.com/office/drawing/2014/main" id="{0DD22F77-1E8E-4BEB-855D-7C1E4537B6B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95" y="1509576"/>
            <a:ext cx="6675209" cy="2710135"/>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a:extLst>
              <a:ext uri="{FF2B5EF4-FFF2-40B4-BE49-F238E27FC236}">
                <a16:creationId xmlns:a16="http://schemas.microsoft.com/office/drawing/2014/main" id="{881DF401-E22A-40D5-A12E-CF4BC6F7A566}"/>
              </a:ext>
            </a:extLst>
          </p:cNvPr>
          <p:cNvSpPr>
            <a:spLocks noChangeArrowheads="1"/>
          </p:cNvSpPr>
          <p:nvPr/>
        </p:nvSpPr>
        <p:spPr bwMode="auto">
          <a:xfrm>
            <a:off x="501650" y="2193925"/>
            <a:ext cx="8185150" cy="2378076"/>
          </a:xfrm>
          <a:prstGeom prst="roundRect">
            <a:avLst>
              <a:gd name="adj" fmla="val 16667"/>
            </a:avLst>
          </a:prstGeom>
          <a:solidFill>
            <a:schemeClr val="accent6">
              <a:lumMod val="60000"/>
              <a:lumOff val="40000"/>
            </a:schemeClr>
          </a:solidFill>
          <a:ln>
            <a:noFill/>
          </a:ln>
          <a:effectLst>
            <a:innerShdw blurRad="63500" dist="50800" dir="2700000">
              <a:prstClr val="black">
                <a:alpha val="50000"/>
              </a:prstClr>
            </a:innerShdw>
          </a:effectLst>
        </p:spPr>
        <p:txBody>
          <a:bodyPr wrap="none" anchor="ctr"/>
          <a:lstStyle>
            <a:lvl1pPr eaLnBrk="0" hangingPunct="0">
              <a:spcBef>
                <a:spcPct val="20000"/>
              </a:spcBef>
              <a:spcAft>
                <a:spcPts val="600"/>
              </a:spcAft>
              <a:buFont typeface="Arial" charset="0"/>
              <a:defRPr sz="2000" b="1">
                <a:solidFill>
                  <a:schemeClr val="tx1"/>
                </a:solidFill>
                <a:latin typeface="Calibri" pitchFamily="34" charset="0"/>
              </a:defRPr>
            </a:lvl1pPr>
            <a:lvl2pPr marL="742950" indent="-285750" eaLnBrk="0" hangingPunct="0">
              <a:spcBef>
                <a:spcPct val="20000"/>
              </a:spcBef>
              <a:buClr>
                <a:schemeClr val="tx2"/>
              </a:buClr>
              <a:buFont typeface="Arial" charset="0"/>
              <a:buChar char="•"/>
              <a:defRPr sz="2000">
                <a:solidFill>
                  <a:schemeClr val="tx1"/>
                </a:solidFill>
                <a:latin typeface="Calibri" pitchFamily="34" charset="0"/>
              </a:defRPr>
            </a:lvl2pPr>
            <a:lvl3pPr marL="1143000" indent="-228600" eaLnBrk="0" hangingPunct="0">
              <a:spcBef>
                <a:spcPct val="20000"/>
              </a:spcBef>
              <a:buClr>
                <a:schemeClr val="tx2"/>
              </a:buClr>
              <a:buFont typeface="Arial" charset="0"/>
              <a:buChar char="•"/>
              <a:defRPr>
                <a:solidFill>
                  <a:schemeClr val="tx1"/>
                </a:solidFill>
                <a:latin typeface="Calibri" pitchFamily="34" charset="0"/>
              </a:defRPr>
            </a:lvl3pPr>
            <a:lvl4pPr marL="1600200" indent="-228600" eaLnBrk="0" hangingPunct="0">
              <a:spcBef>
                <a:spcPct val="20000"/>
              </a:spcBef>
              <a:buClr>
                <a:schemeClr val="tx2"/>
              </a:buClr>
              <a:buFont typeface="Arial" charset="0"/>
              <a:buChar char="•"/>
              <a:defRPr>
                <a:solidFill>
                  <a:schemeClr val="tx1"/>
                </a:solidFill>
                <a:latin typeface="Calibri" pitchFamily="34" charset="0"/>
              </a:defRPr>
            </a:lvl4pPr>
            <a:lvl5pPr marL="2057400" indent="-228600" eaLnBrk="0" hangingPunct="0">
              <a:spcBef>
                <a:spcPct val="20000"/>
              </a:spcBef>
              <a:buClr>
                <a:schemeClr val="tx2"/>
              </a:buClr>
              <a:buFont typeface="Arial" charset="0"/>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9pPr>
          </a:lstStyle>
          <a:p>
            <a:pPr eaLnBrk="1" hangingPunct="1">
              <a:spcBef>
                <a:spcPct val="0"/>
              </a:spcBef>
              <a:spcAft>
                <a:spcPct val="0"/>
              </a:spcAft>
              <a:buFontTx/>
              <a:buNone/>
              <a:defRPr/>
            </a:pPr>
            <a:endParaRPr lang="en-CA" altLang="en-US" sz="1800" b="0" dirty="0">
              <a:latin typeface="Arial" charset="0"/>
              <a:cs typeface="Arial" charset="0"/>
            </a:endParaRPr>
          </a:p>
        </p:txBody>
      </p:sp>
      <p:sp>
        <p:nvSpPr>
          <p:cNvPr id="2" name="Title 1">
            <a:extLst>
              <a:ext uri="{FF2B5EF4-FFF2-40B4-BE49-F238E27FC236}">
                <a16:creationId xmlns:a16="http://schemas.microsoft.com/office/drawing/2014/main" id="{A768DAC1-EB5E-45A6-BFE1-5966C98C9031}"/>
              </a:ext>
            </a:extLst>
          </p:cNvPr>
          <p:cNvSpPr>
            <a:spLocks noGrp="1"/>
          </p:cNvSpPr>
          <p:nvPr>
            <p:ph type="title"/>
          </p:nvPr>
        </p:nvSpPr>
        <p:spPr>
          <a:xfrm>
            <a:off x="1143001" y="78528"/>
            <a:ext cx="7848600" cy="1658198"/>
          </a:xfrm>
        </p:spPr>
        <p:txBody>
          <a:bodyPr/>
          <a:lstStyle/>
          <a:p>
            <a:pPr>
              <a:defRPr/>
            </a:pPr>
            <a:r>
              <a:rPr lang="en-US" b="1" dirty="0"/>
              <a:t>Product orientation</a:t>
            </a:r>
          </a:p>
        </p:txBody>
      </p:sp>
      <p:sp>
        <p:nvSpPr>
          <p:cNvPr id="52229" name="Rectangle 3">
            <a:extLst>
              <a:ext uri="{FF2B5EF4-FFF2-40B4-BE49-F238E27FC236}">
                <a16:creationId xmlns:a16="http://schemas.microsoft.com/office/drawing/2014/main" id="{DBEBEB07-AFB8-4C15-9770-A3050D55B9A5}"/>
              </a:ext>
            </a:extLst>
          </p:cNvPr>
          <p:cNvSpPr>
            <a:spLocks noGrp="1" noChangeArrowheads="1"/>
          </p:cNvSpPr>
          <p:nvPr>
            <p:ph idx="1"/>
          </p:nvPr>
        </p:nvSpPr>
        <p:spPr>
          <a:xfrm>
            <a:off x="838200" y="2297113"/>
            <a:ext cx="7693025" cy="2732087"/>
          </a:xfrm>
        </p:spPr>
        <p:txBody>
          <a:bodyPr/>
          <a:lstStyle/>
          <a:p>
            <a:endParaRPr lang="en-US" altLang="en-US" sz="2400" b="0" dirty="0"/>
          </a:p>
          <a:p>
            <a:r>
              <a:rPr lang="en-US" altLang="en-US" sz="2400" b="0" dirty="0"/>
              <a:t>Product-oriented companies focus on developing and distributing innovative products with little concern about whether the products best satisfy customers’ needs. </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a:extLst>
              <a:ext uri="{FF2B5EF4-FFF2-40B4-BE49-F238E27FC236}">
                <a16:creationId xmlns:a16="http://schemas.microsoft.com/office/drawing/2014/main" id="{5AD24D24-6E26-4490-800E-9E9873F20C6E}"/>
              </a:ext>
            </a:extLst>
          </p:cNvPr>
          <p:cNvSpPr>
            <a:spLocks noChangeArrowheads="1"/>
          </p:cNvSpPr>
          <p:nvPr/>
        </p:nvSpPr>
        <p:spPr bwMode="auto">
          <a:xfrm>
            <a:off x="501650" y="2193925"/>
            <a:ext cx="8185150" cy="2378076"/>
          </a:xfrm>
          <a:prstGeom prst="roundRect">
            <a:avLst>
              <a:gd name="adj" fmla="val 16667"/>
            </a:avLst>
          </a:prstGeom>
          <a:solidFill>
            <a:schemeClr val="accent6">
              <a:lumMod val="60000"/>
              <a:lumOff val="40000"/>
            </a:schemeClr>
          </a:solidFill>
          <a:ln>
            <a:noFill/>
          </a:ln>
          <a:effectLst>
            <a:innerShdw blurRad="63500" dist="50800" dir="2700000">
              <a:prstClr val="black">
                <a:alpha val="50000"/>
              </a:prstClr>
            </a:innerShdw>
          </a:effectLst>
        </p:spPr>
        <p:txBody>
          <a:bodyPr wrap="none" anchor="ctr"/>
          <a:lstStyle>
            <a:lvl1pPr eaLnBrk="0" hangingPunct="0">
              <a:spcBef>
                <a:spcPct val="20000"/>
              </a:spcBef>
              <a:spcAft>
                <a:spcPts val="600"/>
              </a:spcAft>
              <a:buFont typeface="Arial" charset="0"/>
              <a:defRPr sz="2000" b="1">
                <a:solidFill>
                  <a:schemeClr val="tx1"/>
                </a:solidFill>
                <a:latin typeface="Calibri" pitchFamily="34" charset="0"/>
              </a:defRPr>
            </a:lvl1pPr>
            <a:lvl2pPr marL="742950" indent="-285750" eaLnBrk="0" hangingPunct="0">
              <a:spcBef>
                <a:spcPct val="20000"/>
              </a:spcBef>
              <a:buClr>
                <a:schemeClr val="tx2"/>
              </a:buClr>
              <a:buFont typeface="Arial" charset="0"/>
              <a:buChar char="•"/>
              <a:defRPr sz="2000">
                <a:solidFill>
                  <a:schemeClr val="tx1"/>
                </a:solidFill>
                <a:latin typeface="Calibri" pitchFamily="34" charset="0"/>
              </a:defRPr>
            </a:lvl2pPr>
            <a:lvl3pPr marL="1143000" indent="-228600" eaLnBrk="0" hangingPunct="0">
              <a:spcBef>
                <a:spcPct val="20000"/>
              </a:spcBef>
              <a:buClr>
                <a:schemeClr val="tx2"/>
              </a:buClr>
              <a:buFont typeface="Arial" charset="0"/>
              <a:buChar char="•"/>
              <a:defRPr>
                <a:solidFill>
                  <a:schemeClr val="tx1"/>
                </a:solidFill>
                <a:latin typeface="Calibri" pitchFamily="34" charset="0"/>
              </a:defRPr>
            </a:lvl3pPr>
            <a:lvl4pPr marL="1600200" indent="-228600" eaLnBrk="0" hangingPunct="0">
              <a:spcBef>
                <a:spcPct val="20000"/>
              </a:spcBef>
              <a:buClr>
                <a:schemeClr val="tx2"/>
              </a:buClr>
              <a:buFont typeface="Arial" charset="0"/>
              <a:buChar char="•"/>
              <a:defRPr>
                <a:solidFill>
                  <a:schemeClr val="tx1"/>
                </a:solidFill>
                <a:latin typeface="Calibri" pitchFamily="34" charset="0"/>
              </a:defRPr>
            </a:lvl4pPr>
            <a:lvl5pPr marL="2057400" indent="-228600" eaLnBrk="0" hangingPunct="0">
              <a:spcBef>
                <a:spcPct val="20000"/>
              </a:spcBef>
              <a:buClr>
                <a:schemeClr val="tx2"/>
              </a:buClr>
              <a:buFont typeface="Arial" charset="0"/>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9pPr>
          </a:lstStyle>
          <a:p>
            <a:pPr eaLnBrk="1" hangingPunct="1">
              <a:spcBef>
                <a:spcPct val="0"/>
              </a:spcBef>
              <a:spcAft>
                <a:spcPct val="0"/>
              </a:spcAft>
              <a:buFontTx/>
              <a:buNone/>
              <a:defRPr/>
            </a:pPr>
            <a:endParaRPr lang="en-CA" altLang="en-US" sz="1800" b="0" dirty="0">
              <a:latin typeface="Arial" charset="0"/>
              <a:cs typeface="Arial" charset="0"/>
            </a:endParaRPr>
          </a:p>
        </p:txBody>
      </p:sp>
      <p:sp>
        <p:nvSpPr>
          <p:cNvPr id="2" name="Title 1">
            <a:extLst>
              <a:ext uri="{FF2B5EF4-FFF2-40B4-BE49-F238E27FC236}">
                <a16:creationId xmlns:a16="http://schemas.microsoft.com/office/drawing/2014/main" id="{BC32BB83-6DFF-4042-8460-5DEED25C0C80}"/>
              </a:ext>
            </a:extLst>
          </p:cNvPr>
          <p:cNvSpPr>
            <a:spLocks noGrp="1"/>
          </p:cNvSpPr>
          <p:nvPr>
            <p:ph type="title"/>
          </p:nvPr>
        </p:nvSpPr>
        <p:spPr>
          <a:xfrm>
            <a:off x="1143000" y="228600"/>
            <a:ext cx="7812881" cy="1658198"/>
          </a:xfrm>
        </p:spPr>
        <p:txBody>
          <a:bodyPr/>
          <a:lstStyle/>
          <a:p>
            <a:pPr>
              <a:defRPr/>
            </a:pPr>
            <a:r>
              <a:rPr lang="en-US" b="1" dirty="0"/>
              <a:t>Sales orientation</a:t>
            </a:r>
          </a:p>
        </p:txBody>
      </p:sp>
      <p:sp>
        <p:nvSpPr>
          <p:cNvPr id="54277" name="Rectangle 3">
            <a:extLst>
              <a:ext uri="{FF2B5EF4-FFF2-40B4-BE49-F238E27FC236}">
                <a16:creationId xmlns:a16="http://schemas.microsoft.com/office/drawing/2014/main" id="{164C533B-1992-499B-AE08-D53FDCEF4CCD}"/>
              </a:ext>
            </a:extLst>
          </p:cNvPr>
          <p:cNvSpPr>
            <a:spLocks noGrp="1" noChangeArrowheads="1"/>
          </p:cNvSpPr>
          <p:nvPr>
            <p:ph idx="1"/>
          </p:nvPr>
        </p:nvSpPr>
        <p:spPr>
          <a:xfrm>
            <a:off x="838200" y="2297113"/>
            <a:ext cx="7693025" cy="2732087"/>
          </a:xfrm>
        </p:spPr>
        <p:txBody>
          <a:bodyPr/>
          <a:lstStyle/>
          <a:p>
            <a:endParaRPr lang="en-US" altLang="en-US" sz="2400" b="0" dirty="0"/>
          </a:p>
          <a:p>
            <a:r>
              <a:rPr lang="en-US" altLang="en-US" sz="2400" b="0" dirty="0"/>
              <a:t>View marketing as a selling function where companies try to sell as many of their products as possible rather than focus on making products consumers really want. </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a:extLst>
              <a:ext uri="{FF2B5EF4-FFF2-40B4-BE49-F238E27FC236}">
                <a16:creationId xmlns:a16="http://schemas.microsoft.com/office/drawing/2014/main" id="{48953A17-0871-43FB-ADDD-A8E14AA58949}"/>
              </a:ext>
            </a:extLst>
          </p:cNvPr>
          <p:cNvSpPr>
            <a:spLocks noChangeArrowheads="1"/>
          </p:cNvSpPr>
          <p:nvPr/>
        </p:nvSpPr>
        <p:spPr bwMode="auto">
          <a:xfrm>
            <a:off x="501650" y="2193925"/>
            <a:ext cx="8185150" cy="2378076"/>
          </a:xfrm>
          <a:prstGeom prst="roundRect">
            <a:avLst>
              <a:gd name="adj" fmla="val 16667"/>
            </a:avLst>
          </a:prstGeom>
          <a:solidFill>
            <a:schemeClr val="accent6">
              <a:lumMod val="60000"/>
              <a:lumOff val="40000"/>
            </a:schemeClr>
          </a:solidFill>
          <a:ln>
            <a:noFill/>
          </a:ln>
          <a:effectLst>
            <a:innerShdw blurRad="63500" dist="50800" dir="2700000">
              <a:prstClr val="black">
                <a:alpha val="50000"/>
              </a:prstClr>
            </a:innerShdw>
          </a:effectLst>
        </p:spPr>
        <p:txBody>
          <a:bodyPr wrap="none" anchor="ctr"/>
          <a:lstStyle>
            <a:lvl1pPr eaLnBrk="0" hangingPunct="0">
              <a:spcBef>
                <a:spcPct val="20000"/>
              </a:spcBef>
              <a:spcAft>
                <a:spcPts val="600"/>
              </a:spcAft>
              <a:buFont typeface="Arial" charset="0"/>
              <a:defRPr sz="2000" b="1">
                <a:solidFill>
                  <a:schemeClr val="tx1"/>
                </a:solidFill>
                <a:latin typeface="Calibri" pitchFamily="34" charset="0"/>
              </a:defRPr>
            </a:lvl1pPr>
            <a:lvl2pPr marL="742950" indent="-285750" eaLnBrk="0" hangingPunct="0">
              <a:spcBef>
                <a:spcPct val="20000"/>
              </a:spcBef>
              <a:buClr>
                <a:schemeClr val="tx2"/>
              </a:buClr>
              <a:buFont typeface="Arial" charset="0"/>
              <a:buChar char="•"/>
              <a:defRPr sz="2000">
                <a:solidFill>
                  <a:schemeClr val="tx1"/>
                </a:solidFill>
                <a:latin typeface="Calibri" pitchFamily="34" charset="0"/>
              </a:defRPr>
            </a:lvl2pPr>
            <a:lvl3pPr marL="1143000" indent="-228600" eaLnBrk="0" hangingPunct="0">
              <a:spcBef>
                <a:spcPct val="20000"/>
              </a:spcBef>
              <a:buClr>
                <a:schemeClr val="tx2"/>
              </a:buClr>
              <a:buFont typeface="Arial" charset="0"/>
              <a:buChar char="•"/>
              <a:defRPr>
                <a:solidFill>
                  <a:schemeClr val="tx1"/>
                </a:solidFill>
                <a:latin typeface="Calibri" pitchFamily="34" charset="0"/>
              </a:defRPr>
            </a:lvl3pPr>
            <a:lvl4pPr marL="1600200" indent="-228600" eaLnBrk="0" hangingPunct="0">
              <a:spcBef>
                <a:spcPct val="20000"/>
              </a:spcBef>
              <a:buClr>
                <a:schemeClr val="tx2"/>
              </a:buClr>
              <a:buFont typeface="Arial" charset="0"/>
              <a:buChar char="•"/>
              <a:defRPr>
                <a:solidFill>
                  <a:schemeClr val="tx1"/>
                </a:solidFill>
                <a:latin typeface="Calibri" pitchFamily="34" charset="0"/>
              </a:defRPr>
            </a:lvl4pPr>
            <a:lvl5pPr marL="2057400" indent="-228600" eaLnBrk="0" hangingPunct="0">
              <a:spcBef>
                <a:spcPct val="20000"/>
              </a:spcBef>
              <a:buClr>
                <a:schemeClr val="tx2"/>
              </a:buClr>
              <a:buFont typeface="Arial" charset="0"/>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9pPr>
          </a:lstStyle>
          <a:p>
            <a:pPr eaLnBrk="1" hangingPunct="1">
              <a:spcBef>
                <a:spcPct val="0"/>
              </a:spcBef>
              <a:spcAft>
                <a:spcPct val="0"/>
              </a:spcAft>
              <a:buFontTx/>
              <a:buNone/>
              <a:defRPr/>
            </a:pPr>
            <a:endParaRPr lang="en-CA" altLang="en-US" sz="1800" b="0" dirty="0">
              <a:latin typeface="Arial" charset="0"/>
              <a:cs typeface="Arial" charset="0"/>
            </a:endParaRPr>
          </a:p>
        </p:txBody>
      </p:sp>
      <p:sp>
        <p:nvSpPr>
          <p:cNvPr id="2" name="Title 1">
            <a:extLst>
              <a:ext uri="{FF2B5EF4-FFF2-40B4-BE49-F238E27FC236}">
                <a16:creationId xmlns:a16="http://schemas.microsoft.com/office/drawing/2014/main" id="{C10847C2-ABED-43F1-B72B-A357C198FB88}"/>
              </a:ext>
            </a:extLst>
          </p:cNvPr>
          <p:cNvSpPr>
            <a:spLocks noGrp="1"/>
          </p:cNvSpPr>
          <p:nvPr>
            <p:ph type="title"/>
          </p:nvPr>
        </p:nvSpPr>
        <p:spPr>
          <a:xfrm>
            <a:off x="1178719" y="228600"/>
            <a:ext cx="7508081" cy="1658198"/>
          </a:xfrm>
        </p:spPr>
        <p:txBody>
          <a:bodyPr/>
          <a:lstStyle/>
          <a:p>
            <a:pPr>
              <a:defRPr/>
            </a:pPr>
            <a:r>
              <a:rPr lang="en-US" b="1" dirty="0"/>
              <a:t>Market orientation</a:t>
            </a:r>
          </a:p>
        </p:txBody>
      </p:sp>
      <p:sp>
        <p:nvSpPr>
          <p:cNvPr id="56325" name="Rectangle 3">
            <a:extLst>
              <a:ext uri="{FF2B5EF4-FFF2-40B4-BE49-F238E27FC236}">
                <a16:creationId xmlns:a16="http://schemas.microsoft.com/office/drawing/2014/main" id="{ED7962E0-8888-402F-BE3C-70408E06AD15}"/>
              </a:ext>
            </a:extLst>
          </p:cNvPr>
          <p:cNvSpPr>
            <a:spLocks noGrp="1" noChangeArrowheads="1"/>
          </p:cNvSpPr>
          <p:nvPr>
            <p:ph idx="1"/>
          </p:nvPr>
        </p:nvSpPr>
        <p:spPr>
          <a:xfrm>
            <a:off x="838200" y="2297113"/>
            <a:ext cx="7693025" cy="2732087"/>
          </a:xfrm>
        </p:spPr>
        <p:txBody>
          <a:bodyPr/>
          <a:lstStyle/>
          <a:p>
            <a:endParaRPr lang="en-US" altLang="en-US" sz="2400" b="0" dirty="0"/>
          </a:p>
          <a:p>
            <a:r>
              <a:rPr lang="en-US" altLang="en-US" sz="2400" b="0" dirty="0"/>
              <a:t>Market-oriented companies start out by focusing on what consumers want and need before they design, make, or attempt to sell their products and services. </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a:extLst>
              <a:ext uri="{FF2B5EF4-FFF2-40B4-BE49-F238E27FC236}">
                <a16:creationId xmlns:a16="http://schemas.microsoft.com/office/drawing/2014/main" id="{7E7782CB-D8EC-496E-94D4-09B4FC2EE706}"/>
              </a:ext>
            </a:extLst>
          </p:cNvPr>
          <p:cNvSpPr>
            <a:spLocks noChangeArrowheads="1"/>
          </p:cNvSpPr>
          <p:nvPr/>
        </p:nvSpPr>
        <p:spPr bwMode="auto">
          <a:xfrm>
            <a:off x="501650" y="2193925"/>
            <a:ext cx="8185150" cy="2378076"/>
          </a:xfrm>
          <a:prstGeom prst="roundRect">
            <a:avLst>
              <a:gd name="adj" fmla="val 16667"/>
            </a:avLst>
          </a:prstGeom>
          <a:solidFill>
            <a:schemeClr val="accent6">
              <a:lumMod val="60000"/>
              <a:lumOff val="40000"/>
            </a:schemeClr>
          </a:solidFill>
          <a:ln>
            <a:noFill/>
          </a:ln>
          <a:effectLst>
            <a:innerShdw blurRad="63500" dist="50800" dir="2700000">
              <a:prstClr val="black">
                <a:alpha val="50000"/>
              </a:prstClr>
            </a:innerShdw>
          </a:effectLst>
        </p:spPr>
        <p:txBody>
          <a:bodyPr wrap="none" anchor="ctr"/>
          <a:lstStyle>
            <a:lvl1pPr eaLnBrk="0" hangingPunct="0">
              <a:spcBef>
                <a:spcPct val="20000"/>
              </a:spcBef>
              <a:spcAft>
                <a:spcPts val="600"/>
              </a:spcAft>
              <a:buFont typeface="Arial" charset="0"/>
              <a:defRPr sz="2000" b="1">
                <a:solidFill>
                  <a:schemeClr val="tx1"/>
                </a:solidFill>
                <a:latin typeface="Calibri" pitchFamily="34" charset="0"/>
              </a:defRPr>
            </a:lvl1pPr>
            <a:lvl2pPr marL="742950" indent="-285750" eaLnBrk="0" hangingPunct="0">
              <a:spcBef>
                <a:spcPct val="20000"/>
              </a:spcBef>
              <a:buClr>
                <a:schemeClr val="tx2"/>
              </a:buClr>
              <a:buFont typeface="Arial" charset="0"/>
              <a:buChar char="•"/>
              <a:defRPr sz="2000">
                <a:solidFill>
                  <a:schemeClr val="tx1"/>
                </a:solidFill>
                <a:latin typeface="Calibri" pitchFamily="34" charset="0"/>
              </a:defRPr>
            </a:lvl2pPr>
            <a:lvl3pPr marL="1143000" indent="-228600" eaLnBrk="0" hangingPunct="0">
              <a:spcBef>
                <a:spcPct val="20000"/>
              </a:spcBef>
              <a:buClr>
                <a:schemeClr val="tx2"/>
              </a:buClr>
              <a:buFont typeface="Arial" charset="0"/>
              <a:buChar char="•"/>
              <a:defRPr>
                <a:solidFill>
                  <a:schemeClr val="tx1"/>
                </a:solidFill>
                <a:latin typeface="Calibri" pitchFamily="34" charset="0"/>
              </a:defRPr>
            </a:lvl3pPr>
            <a:lvl4pPr marL="1600200" indent="-228600" eaLnBrk="0" hangingPunct="0">
              <a:spcBef>
                <a:spcPct val="20000"/>
              </a:spcBef>
              <a:buClr>
                <a:schemeClr val="tx2"/>
              </a:buClr>
              <a:buFont typeface="Arial" charset="0"/>
              <a:buChar char="•"/>
              <a:defRPr>
                <a:solidFill>
                  <a:schemeClr val="tx1"/>
                </a:solidFill>
                <a:latin typeface="Calibri" pitchFamily="34" charset="0"/>
              </a:defRPr>
            </a:lvl4pPr>
            <a:lvl5pPr marL="2057400" indent="-228600" eaLnBrk="0" hangingPunct="0">
              <a:spcBef>
                <a:spcPct val="20000"/>
              </a:spcBef>
              <a:buClr>
                <a:schemeClr val="tx2"/>
              </a:buClr>
              <a:buFont typeface="Arial" charset="0"/>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9pPr>
          </a:lstStyle>
          <a:p>
            <a:pPr eaLnBrk="1" hangingPunct="1">
              <a:spcBef>
                <a:spcPct val="0"/>
              </a:spcBef>
              <a:spcAft>
                <a:spcPct val="0"/>
              </a:spcAft>
              <a:buFontTx/>
              <a:buNone/>
              <a:defRPr/>
            </a:pPr>
            <a:endParaRPr lang="en-CA" altLang="en-US" sz="1800" b="0" dirty="0">
              <a:latin typeface="Arial" charset="0"/>
              <a:cs typeface="Arial" charset="0"/>
            </a:endParaRPr>
          </a:p>
        </p:txBody>
      </p:sp>
      <p:sp>
        <p:nvSpPr>
          <p:cNvPr id="2" name="Title 1">
            <a:extLst>
              <a:ext uri="{FF2B5EF4-FFF2-40B4-BE49-F238E27FC236}">
                <a16:creationId xmlns:a16="http://schemas.microsoft.com/office/drawing/2014/main" id="{E1B7C0EC-3A62-43DC-ADE5-286D6DB716BA}"/>
              </a:ext>
            </a:extLst>
          </p:cNvPr>
          <p:cNvSpPr>
            <a:spLocks noGrp="1"/>
          </p:cNvSpPr>
          <p:nvPr>
            <p:ph type="title"/>
          </p:nvPr>
        </p:nvSpPr>
        <p:spPr>
          <a:xfrm>
            <a:off x="1143000" y="76200"/>
            <a:ext cx="7353300" cy="1658198"/>
          </a:xfrm>
        </p:spPr>
        <p:txBody>
          <a:bodyPr/>
          <a:lstStyle/>
          <a:p>
            <a:pPr>
              <a:defRPr/>
            </a:pPr>
            <a:r>
              <a:rPr lang="en-US" b="1" dirty="0"/>
              <a:t>Value-based orientation</a:t>
            </a:r>
          </a:p>
        </p:txBody>
      </p:sp>
      <p:sp>
        <p:nvSpPr>
          <p:cNvPr id="44036" name="Rectangle 3">
            <a:extLst>
              <a:ext uri="{FF2B5EF4-FFF2-40B4-BE49-F238E27FC236}">
                <a16:creationId xmlns:a16="http://schemas.microsoft.com/office/drawing/2014/main" id="{80735356-DD55-463A-8D2B-E1F70E77108F}"/>
              </a:ext>
            </a:extLst>
          </p:cNvPr>
          <p:cNvSpPr>
            <a:spLocks noGrp="1" noChangeArrowheads="1"/>
          </p:cNvSpPr>
          <p:nvPr>
            <p:ph idx="1"/>
          </p:nvPr>
        </p:nvSpPr>
        <p:spPr>
          <a:xfrm>
            <a:off x="838200" y="2297113"/>
            <a:ext cx="7693025" cy="2732087"/>
          </a:xfrm>
        </p:spPr>
        <p:txBody>
          <a:bodyPr/>
          <a:lstStyle/>
          <a:p>
            <a:pPr eaLnBrk="1" hangingPunct="1">
              <a:lnSpc>
                <a:spcPct val="90000"/>
              </a:lnSpc>
              <a:buClr>
                <a:srgbClr val="000000"/>
              </a:buClr>
              <a:defRPr/>
            </a:pPr>
            <a:r>
              <a:rPr lang="en-US" altLang="en-US" sz="2400" b="0" dirty="0"/>
              <a:t>To compete successfully, firms focus on the triple bottom line:</a:t>
            </a:r>
          </a:p>
          <a:p>
            <a:pPr marL="342900" indent="-342900" eaLnBrk="1" hangingPunct="1">
              <a:lnSpc>
                <a:spcPct val="90000"/>
              </a:lnSpc>
              <a:buClr>
                <a:schemeClr val="tx2"/>
              </a:buClr>
              <a:buFont typeface="Arial" panose="020B0604020202020204" pitchFamily="34" charset="0"/>
              <a:buChar char="•"/>
              <a:defRPr/>
            </a:pPr>
            <a:r>
              <a:rPr lang="en-US" altLang="en-US" sz="2400" b="0" dirty="0"/>
              <a:t>People (consumer needs &amp; wants)</a:t>
            </a:r>
          </a:p>
          <a:p>
            <a:pPr marL="342900" indent="-342900" eaLnBrk="1" hangingPunct="1">
              <a:lnSpc>
                <a:spcPct val="90000"/>
              </a:lnSpc>
              <a:buClr>
                <a:schemeClr val="tx2"/>
              </a:buClr>
              <a:buFont typeface="Arial" panose="020B0604020202020204" pitchFamily="34" charset="0"/>
              <a:buChar char="•"/>
              <a:defRPr/>
            </a:pPr>
            <a:r>
              <a:rPr lang="en-US" altLang="en-US" sz="2400" b="0" dirty="0"/>
              <a:t>Profits (long-term profitable relationships)</a:t>
            </a:r>
          </a:p>
          <a:p>
            <a:pPr marL="342900" indent="-342900" eaLnBrk="1" hangingPunct="1">
              <a:lnSpc>
                <a:spcPct val="90000"/>
              </a:lnSpc>
              <a:buClr>
                <a:schemeClr val="tx2"/>
              </a:buClr>
              <a:buFont typeface="Arial" panose="020B0604020202020204" pitchFamily="34" charset="0"/>
              <a:buChar char="•"/>
              <a:defRPr/>
            </a:pPr>
            <a:r>
              <a:rPr lang="en-US" altLang="en-US" sz="2400" b="0" dirty="0"/>
              <a:t>Planet (social and environmental responsibility)</a:t>
            </a:r>
          </a:p>
          <a:p>
            <a:pPr marL="342900" indent="-342900" eaLnBrk="1" hangingPunct="1">
              <a:lnSpc>
                <a:spcPct val="90000"/>
              </a:lnSpc>
              <a:buClr>
                <a:schemeClr val="accent1"/>
              </a:buClr>
              <a:buFont typeface="Arial" panose="020B0604020202020204" pitchFamily="34" charset="0"/>
              <a:buChar char="•"/>
              <a:defRPr/>
            </a:pPr>
            <a:endParaRPr lang="en-US" altLang="en-US" sz="2400" b="0"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1" name="Text Box 3">
            <a:extLst>
              <a:ext uri="{FF2B5EF4-FFF2-40B4-BE49-F238E27FC236}">
                <a16:creationId xmlns:a16="http://schemas.microsoft.com/office/drawing/2014/main" id="{ADD4AD6B-80CF-46FF-9F50-AE985945671C}"/>
              </a:ext>
            </a:extLst>
          </p:cNvPr>
          <p:cNvSpPr txBox="1">
            <a:spLocks noChangeArrowheads="1"/>
          </p:cNvSpPr>
          <p:nvPr/>
        </p:nvSpPr>
        <p:spPr bwMode="auto">
          <a:xfrm>
            <a:off x="209550" y="2209800"/>
            <a:ext cx="8440738"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000" dirty="0">
                <a:latin typeface="+mn-lt"/>
              </a:rPr>
              <a:t>	</a:t>
            </a:r>
            <a:r>
              <a:rPr lang="en-US" altLang="en-US" sz="2000" b="1" dirty="0">
                <a:latin typeface="+mn-lt"/>
              </a:rPr>
              <a:t>What must firms do to become value driven? </a:t>
            </a:r>
          </a:p>
          <a:p>
            <a:pPr eaLnBrk="1" hangingPunct="1">
              <a:spcBef>
                <a:spcPct val="0"/>
              </a:spcBef>
              <a:buFontTx/>
              <a:buNone/>
              <a:defRPr/>
            </a:pPr>
            <a:r>
              <a:rPr lang="en-US" altLang="en-US" sz="2000" dirty="0">
                <a:latin typeface="+mn-lt"/>
              </a:rPr>
              <a:t>	A)	Share information, balance benefits and costs, </a:t>
            </a:r>
            <a:br>
              <a:rPr lang="en-US" altLang="en-US" sz="2000" dirty="0">
                <a:latin typeface="+mn-lt"/>
              </a:rPr>
            </a:br>
            <a:r>
              <a:rPr lang="en-US" altLang="en-US" sz="2000" dirty="0">
                <a:latin typeface="+mn-lt"/>
              </a:rPr>
              <a:t>		and build customer relationships. </a:t>
            </a:r>
          </a:p>
          <a:p>
            <a:pPr eaLnBrk="1" hangingPunct="1">
              <a:spcBef>
                <a:spcPct val="0"/>
              </a:spcBef>
              <a:buFontTx/>
              <a:buNone/>
              <a:defRPr/>
            </a:pPr>
            <a:r>
              <a:rPr lang="en-US" altLang="en-US" sz="2000" dirty="0">
                <a:latin typeface="+mn-lt"/>
              </a:rPr>
              <a:t>	B)	Set low prices, put profit above service, and use </a:t>
            </a:r>
            <a:br>
              <a:rPr lang="en-US" altLang="en-US" sz="2000" dirty="0">
                <a:latin typeface="+mn-lt"/>
              </a:rPr>
            </a:br>
            <a:r>
              <a:rPr lang="en-US" altLang="en-US" sz="2000" dirty="0">
                <a:latin typeface="+mn-lt"/>
              </a:rPr>
              <a:t>		effective marketing strategies. </a:t>
            </a:r>
          </a:p>
          <a:p>
            <a:pPr eaLnBrk="1" hangingPunct="1">
              <a:spcBef>
                <a:spcPct val="0"/>
              </a:spcBef>
              <a:buFontTx/>
              <a:buNone/>
              <a:defRPr/>
            </a:pPr>
            <a:r>
              <a:rPr lang="en-US" altLang="en-US" sz="2000" dirty="0">
                <a:latin typeface="+mn-lt"/>
              </a:rPr>
              <a:t>	C)	Make logistics a priority, expand globally, and </a:t>
            </a:r>
            <a:br>
              <a:rPr lang="en-US" altLang="en-US" sz="2000" dirty="0">
                <a:latin typeface="+mn-lt"/>
              </a:rPr>
            </a:br>
            <a:r>
              <a:rPr lang="en-US" altLang="en-US" sz="2000" dirty="0">
                <a:latin typeface="+mn-lt"/>
              </a:rPr>
              <a:t>		always offer new goods and services. </a:t>
            </a:r>
          </a:p>
          <a:p>
            <a:pPr eaLnBrk="1" hangingPunct="1">
              <a:spcBef>
                <a:spcPct val="0"/>
              </a:spcBef>
              <a:buFontTx/>
              <a:buNone/>
              <a:defRPr/>
            </a:pPr>
            <a:r>
              <a:rPr lang="en-US" altLang="en-US" sz="2000" dirty="0">
                <a:latin typeface="+mn-lt"/>
              </a:rPr>
              <a:t>	D)	Keep a vigilant eye on the market-place, </a:t>
            </a:r>
            <a:br>
              <a:rPr lang="en-US" altLang="en-US" sz="2000" dirty="0">
                <a:latin typeface="+mn-lt"/>
              </a:rPr>
            </a:br>
            <a:r>
              <a:rPr lang="en-US" altLang="en-US" sz="2000" dirty="0">
                <a:latin typeface="+mn-lt"/>
              </a:rPr>
              <a:t>		undercut competitors, and provide competitive </a:t>
            </a:r>
            <a:br>
              <a:rPr lang="en-US" altLang="en-US" sz="2000" dirty="0">
                <a:latin typeface="+mn-lt"/>
              </a:rPr>
            </a:br>
            <a:r>
              <a:rPr lang="en-US" altLang="en-US" sz="2000" dirty="0">
                <a:latin typeface="+mn-lt"/>
              </a:rPr>
              <a:t>		salaries.</a:t>
            </a:r>
            <a:endParaRPr lang="en-US" altLang="en-US" sz="2200" dirty="0">
              <a:latin typeface="+mn-lt"/>
            </a:endParaRPr>
          </a:p>
        </p:txBody>
      </p:sp>
      <p:grpSp>
        <p:nvGrpSpPr>
          <p:cNvPr id="7" name="Group 8">
            <a:extLst>
              <a:ext uri="{FF2B5EF4-FFF2-40B4-BE49-F238E27FC236}">
                <a16:creationId xmlns:a16="http://schemas.microsoft.com/office/drawing/2014/main" id="{0B9E6D60-20F0-4995-B32A-A9813CEAA968}"/>
              </a:ext>
            </a:extLst>
          </p:cNvPr>
          <p:cNvGrpSpPr>
            <a:grpSpLocks/>
          </p:cNvGrpSpPr>
          <p:nvPr/>
        </p:nvGrpSpPr>
        <p:grpSpPr bwMode="auto">
          <a:xfrm>
            <a:off x="1219200" y="609600"/>
            <a:ext cx="7162800" cy="1295400"/>
            <a:chOff x="576" y="192"/>
            <a:chExt cx="4512" cy="816"/>
          </a:xfrm>
          <a:solidFill>
            <a:schemeClr val="accent2"/>
          </a:solidFill>
        </p:grpSpPr>
        <p:sp>
          <p:nvSpPr>
            <p:cNvPr id="8" name="Rounded Rectangle 7">
              <a:extLst>
                <a:ext uri="{FF2B5EF4-FFF2-40B4-BE49-F238E27FC236}">
                  <a16:creationId xmlns:a16="http://schemas.microsoft.com/office/drawing/2014/main" id="{187D178E-21A6-4626-A2E5-BF4B94F378A3}"/>
                </a:ext>
              </a:extLst>
            </p:cNvPr>
            <p:cNvSpPr/>
            <p:nvPr/>
          </p:nvSpPr>
          <p:spPr>
            <a:xfrm>
              <a:off x="576" y="192"/>
              <a:ext cx="4512" cy="816"/>
            </a:xfrm>
            <a:prstGeom prst="roundRect">
              <a:avLst/>
            </a:prstGeom>
            <a:grp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2945" tIns="41473" rIns="82945" bIns="41473" anchor="ctr"/>
            <a:lstStyle/>
            <a:p>
              <a:pPr algn="ctr" eaLnBrk="1" fontAlgn="auto" hangingPunct="1">
                <a:spcBef>
                  <a:spcPts val="0"/>
                </a:spcBef>
                <a:spcAft>
                  <a:spcPts val="0"/>
                </a:spcAft>
                <a:defRPr/>
              </a:pPr>
              <a:endParaRPr lang="en-US" dirty="0">
                <a:latin typeface="+mj-lt"/>
              </a:endParaRPr>
            </a:p>
          </p:txBody>
        </p:sp>
        <p:sp>
          <p:nvSpPr>
            <p:cNvPr id="9" name="Text Box 7">
              <a:extLst>
                <a:ext uri="{FF2B5EF4-FFF2-40B4-BE49-F238E27FC236}">
                  <a16:creationId xmlns:a16="http://schemas.microsoft.com/office/drawing/2014/main" id="{CD63969B-2DAB-4D2B-ADAB-B478438EB993}"/>
                </a:ext>
              </a:extLst>
            </p:cNvPr>
            <p:cNvSpPr txBox="1">
              <a:spLocks noChangeArrowheads="1"/>
            </p:cNvSpPr>
            <p:nvPr/>
          </p:nvSpPr>
          <p:spPr bwMode="auto">
            <a:xfrm>
              <a:off x="624" y="384"/>
              <a:ext cx="4416"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algn="ctr" eaLnBrk="1" hangingPunct="1">
                <a:spcBef>
                  <a:spcPct val="0"/>
                </a:spcBef>
                <a:buFontTx/>
                <a:buNone/>
                <a:defRPr/>
              </a:pPr>
              <a:r>
                <a:rPr lang="en-US" altLang="en-US" sz="3200" b="1" dirty="0">
                  <a:solidFill>
                    <a:schemeClr val="bg1"/>
                  </a:solidFill>
                  <a:latin typeface="+mj-lt"/>
                </a:rPr>
                <a:t>Test Your Knowledge</a:t>
              </a:r>
            </a:p>
          </p:txBody>
        </p:sp>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1" name="Text Box 3">
            <a:extLst>
              <a:ext uri="{FF2B5EF4-FFF2-40B4-BE49-F238E27FC236}">
                <a16:creationId xmlns:a16="http://schemas.microsoft.com/office/drawing/2014/main" id="{ADD4AD6B-80CF-46FF-9F50-AE985945671C}"/>
              </a:ext>
            </a:extLst>
          </p:cNvPr>
          <p:cNvSpPr txBox="1">
            <a:spLocks noChangeArrowheads="1"/>
          </p:cNvSpPr>
          <p:nvPr/>
        </p:nvSpPr>
        <p:spPr bwMode="auto">
          <a:xfrm>
            <a:off x="209550" y="2209800"/>
            <a:ext cx="8440738"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000" dirty="0">
                <a:latin typeface="+mn-lt"/>
              </a:rPr>
              <a:t>	</a:t>
            </a:r>
            <a:r>
              <a:rPr lang="en-US" altLang="en-US" sz="2000" b="1" dirty="0">
                <a:latin typeface="+mn-lt"/>
              </a:rPr>
              <a:t>What must firms do to become value driven? </a:t>
            </a:r>
          </a:p>
          <a:p>
            <a:pPr eaLnBrk="1" hangingPunct="1">
              <a:spcBef>
                <a:spcPct val="0"/>
              </a:spcBef>
              <a:buFontTx/>
              <a:buNone/>
              <a:defRPr/>
            </a:pPr>
            <a:r>
              <a:rPr lang="en-US" altLang="en-US" sz="2000" dirty="0">
                <a:latin typeface="+mn-lt"/>
              </a:rPr>
              <a:t>	</a:t>
            </a:r>
            <a:r>
              <a:rPr lang="en-US" altLang="en-US" sz="2000" b="1" dirty="0">
                <a:latin typeface="+mn-lt"/>
              </a:rPr>
              <a:t>A)	Share information, balance benefits and costs, </a:t>
            </a:r>
            <a:br>
              <a:rPr lang="en-US" altLang="en-US" sz="2000" b="1" dirty="0">
                <a:latin typeface="+mn-lt"/>
              </a:rPr>
            </a:br>
            <a:r>
              <a:rPr lang="en-US" altLang="en-US" sz="2000" b="1" dirty="0">
                <a:latin typeface="+mn-lt"/>
              </a:rPr>
              <a:t>		and build customer relationships. </a:t>
            </a:r>
          </a:p>
          <a:p>
            <a:pPr eaLnBrk="1" hangingPunct="1">
              <a:spcBef>
                <a:spcPct val="0"/>
              </a:spcBef>
              <a:buFontTx/>
              <a:buNone/>
              <a:defRPr/>
            </a:pPr>
            <a:r>
              <a:rPr lang="en-US" altLang="en-US" sz="2000" dirty="0">
                <a:latin typeface="+mn-lt"/>
              </a:rPr>
              <a:t>	B)	Set low prices, put profit above service, and use </a:t>
            </a:r>
            <a:br>
              <a:rPr lang="en-US" altLang="en-US" sz="2000" dirty="0">
                <a:latin typeface="+mn-lt"/>
              </a:rPr>
            </a:br>
            <a:r>
              <a:rPr lang="en-US" altLang="en-US" sz="2000" dirty="0">
                <a:latin typeface="+mn-lt"/>
              </a:rPr>
              <a:t>		effective marketing strategies. </a:t>
            </a:r>
          </a:p>
          <a:p>
            <a:pPr eaLnBrk="1" hangingPunct="1">
              <a:spcBef>
                <a:spcPct val="0"/>
              </a:spcBef>
              <a:buFontTx/>
              <a:buNone/>
              <a:defRPr/>
            </a:pPr>
            <a:r>
              <a:rPr lang="en-US" altLang="en-US" sz="2000" dirty="0">
                <a:latin typeface="+mn-lt"/>
              </a:rPr>
              <a:t>	C)	Make logistics a priority, expand globally, and </a:t>
            </a:r>
            <a:br>
              <a:rPr lang="en-US" altLang="en-US" sz="2000" dirty="0">
                <a:latin typeface="+mn-lt"/>
              </a:rPr>
            </a:br>
            <a:r>
              <a:rPr lang="en-US" altLang="en-US" sz="2000" dirty="0">
                <a:latin typeface="+mn-lt"/>
              </a:rPr>
              <a:t>		always offer new goods and services. </a:t>
            </a:r>
          </a:p>
          <a:p>
            <a:pPr eaLnBrk="1" hangingPunct="1">
              <a:spcBef>
                <a:spcPct val="0"/>
              </a:spcBef>
              <a:buFontTx/>
              <a:buNone/>
              <a:defRPr/>
            </a:pPr>
            <a:r>
              <a:rPr lang="en-US" altLang="en-US" sz="2000" dirty="0">
                <a:latin typeface="+mn-lt"/>
              </a:rPr>
              <a:t>	D)	Keep a vigilant eye on the market-place, </a:t>
            </a:r>
            <a:br>
              <a:rPr lang="en-US" altLang="en-US" sz="2000" dirty="0">
                <a:latin typeface="+mn-lt"/>
              </a:rPr>
            </a:br>
            <a:r>
              <a:rPr lang="en-US" altLang="en-US" sz="2000" dirty="0">
                <a:latin typeface="+mn-lt"/>
              </a:rPr>
              <a:t>		undercut competitors, and provide competitive </a:t>
            </a:r>
            <a:br>
              <a:rPr lang="en-US" altLang="en-US" sz="2000" dirty="0">
                <a:latin typeface="+mn-lt"/>
              </a:rPr>
            </a:br>
            <a:r>
              <a:rPr lang="en-US" altLang="en-US" sz="2000" dirty="0">
                <a:latin typeface="+mn-lt"/>
              </a:rPr>
              <a:t>		salaries.</a:t>
            </a:r>
            <a:endParaRPr lang="en-US" altLang="en-US" sz="2200" dirty="0">
              <a:latin typeface="+mn-lt"/>
            </a:endParaRPr>
          </a:p>
        </p:txBody>
      </p:sp>
      <p:grpSp>
        <p:nvGrpSpPr>
          <p:cNvPr id="7" name="Group 8">
            <a:extLst>
              <a:ext uri="{FF2B5EF4-FFF2-40B4-BE49-F238E27FC236}">
                <a16:creationId xmlns:a16="http://schemas.microsoft.com/office/drawing/2014/main" id="{0B9E6D60-20F0-4995-B32A-A9813CEAA968}"/>
              </a:ext>
            </a:extLst>
          </p:cNvPr>
          <p:cNvGrpSpPr>
            <a:grpSpLocks/>
          </p:cNvGrpSpPr>
          <p:nvPr/>
        </p:nvGrpSpPr>
        <p:grpSpPr bwMode="auto">
          <a:xfrm>
            <a:off x="1219200" y="609600"/>
            <a:ext cx="7162800" cy="1295400"/>
            <a:chOff x="576" y="192"/>
            <a:chExt cx="4512" cy="816"/>
          </a:xfrm>
          <a:solidFill>
            <a:schemeClr val="accent2"/>
          </a:solidFill>
        </p:grpSpPr>
        <p:sp>
          <p:nvSpPr>
            <p:cNvPr id="8" name="Rounded Rectangle 7">
              <a:extLst>
                <a:ext uri="{FF2B5EF4-FFF2-40B4-BE49-F238E27FC236}">
                  <a16:creationId xmlns:a16="http://schemas.microsoft.com/office/drawing/2014/main" id="{187D178E-21A6-4626-A2E5-BF4B94F378A3}"/>
                </a:ext>
              </a:extLst>
            </p:cNvPr>
            <p:cNvSpPr/>
            <p:nvPr/>
          </p:nvSpPr>
          <p:spPr>
            <a:xfrm>
              <a:off x="576" y="192"/>
              <a:ext cx="4512" cy="816"/>
            </a:xfrm>
            <a:prstGeom prst="roundRect">
              <a:avLst/>
            </a:prstGeom>
            <a:grp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2945" tIns="41473" rIns="82945" bIns="41473" anchor="ctr"/>
            <a:lstStyle/>
            <a:p>
              <a:pPr algn="ctr" eaLnBrk="1" fontAlgn="auto" hangingPunct="1">
                <a:spcBef>
                  <a:spcPts val="0"/>
                </a:spcBef>
                <a:spcAft>
                  <a:spcPts val="0"/>
                </a:spcAft>
                <a:defRPr/>
              </a:pPr>
              <a:endParaRPr lang="en-US" dirty="0">
                <a:latin typeface="+mj-lt"/>
              </a:endParaRPr>
            </a:p>
          </p:txBody>
        </p:sp>
        <p:sp>
          <p:nvSpPr>
            <p:cNvPr id="9" name="Text Box 7">
              <a:extLst>
                <a:ext uri="{FF2B5EF4-FFF2-40B4-BE49-F238E27FC236}">
                  <a16:creationId xmlns:a16="http://schemas.microsoft.com/office/drawing/2014/main" id="{CD63969B-2DAB-4D2B-ADAB-B478438EB993}"/>
                </a:ext>
              </a:extLst>
            </p:cNvPr>
            <p:cNvSpPr txBox="1">
              <a:spLocks noChangeArrowheads="1"/>
            </p:cNvSpPr>
            <p:nvPr/>
          </p:nvSpPr>
          <p:spPr bwMode="auto">
            <a:xfrm>
              <a:off x="624" y="384"/>
              <a:ext cx="4416"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algn="ctr" eaLnBrk="1" hangingPunct="1">
                <a:spcBef>
                  <a:spcPct val="0"/>
                </a:spcBef>
                <a:buFontTx/>
                <a:buNone/>
                <a:defRPr/>
              </a:pPr>
              <a:r>
                <a:rPr lang="en-US" altLang="en-US" sz="3200" b="1" dirty="0">
                  <a:solidFill>
                    <a:schemeClr val="bg1"/>
                  </a:solidFill>
                  <a:latin typeface="+mj-lt"/>
                </a:rPr>
                <a:t>Test Your Knowledge</a:t>
              </a:r>
            </a:p>
          </p:txBody>
        </p:sp>
      </p:grpSp>
    </p:spTree>
    <p:extLst>
      <p:ext uri="{BB962C8B-B14F-4D97-AF65-F5344CB8AC3E}">
        <p14:creationId xmlns:p14="http://schemas.microsoft.com/office/powerpoint/2010/main" val="251144925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D7670-7CC9-4077-A5C0-7412F65EF8E7}"/>
              </a:ext>
            </a:extLst>
          </p:cNvPr>
          <p:cNvSpPr>
            <a:spLocks noGrp="1"/>
          </p:cNvSpPr>
          <p:nvPr>
            <p:ph type="title"/>
          </p:nvPr>
        </p:nvSpPr>
        <p:spPr>
          <a:xfrm>
            <a:off x="1143000" y="152400"/>
            <a:ext cx="7543800" cy="1143000"/>
          </a:xfrm>
        </p:spPr>
        <p:txBody>
          <a:bodyPr>
            <a:normAutofit fontScale="90000"/>
          </a:bodyPr>
          <a:lstStyle/>
          <a:p>
            <a:pPr>
              <a:defRPr/>
            </a:pPr>
            <a:r>
              <a:rPr lang="en-US" b="1" dirty="0"/>
              <a:t>How do firms become more value driven?</a:t>
            </a:r>
          </a:p>
        </p:txBody>
      </p:sp>
      <p:sp>
        <p:nvSpPr>
          <p:cNvPr id="49156" name="Rectangle 5">
            <a:extLst>
              <a:ext uri="{FF2B5EF4-FFF2-40B4-BE49-F238E27FC236}">
                <a16:creationId xmlns:a16="http://schemas.microsoft.com/office/drawing/2014/main" id="{967C4A8D-BC67-4CDC-9423-87093C2ADDBD}"/>
              </a:ext>
            </a:extLst>
          </p:cNvPr>
          <p:cNvSpPr>
            <a:spLocks noGrp="1" noChangeArrowheads="1"/>
          </p:cNvSpPr>
          <p:nvPr>
            <p:ph type="body" sz="half" idx="1"/>
          </p:nvPr>
        </p:nvSpPr>
        <p:spPr>
          <a:xfrm>
            <a:off x="1876425" y="2128838"/>
            <a:ext cx="5732463" cy="3484562"/>
          </a:xfrm>
        </p:spPr>
        <p:txBody>
          <a:bodyPr/>
          <a:lstStyle/>
          <a:p>
            <a:pPr eaLnBrk="1" hangingPunct="1">
              <a:buFont typeface="Wingdings" pitchFamily="2" charset="2"/>
              <a:buNone/>
              <a:defRPr/>
            </a:pPr>
            <a:r>
              <a:rPr lang="en-US" altLang="en-US" sz="2400" dirty="0"/>
              <a:t>Firms focus on four activities:</a:t>
            </a:r>
          </a:p>
          <a:p>
            <a:pPr marL="342900" indent="-342900" eaLnBrk="1" hangingPunct="1">
              <a:buClr>
                <a:srgbClr val="00B0F0"/>
              </a:buClr>
              <a:buFont typeface="Arial" panose="020B0604020202020204" pitchFamily="34" charset="0"/>
              <a:buChar char="•"/>
              <a:defRPr/>
            </a:pPr>
            <a:r>
              <a:rPr lang="en-US" altLang="en-US" b="0" dirty="0"/>
              <a:t>Sharing information</a:t>
            </a:r>
          </a:p>
          <a:p>
            <a:pPr marL="342900" indent="-342900" eaLnBrk="1" hangingPunct="1">
              <a:buClr>
                <a:srgbClr val="00B0F0"/>
              </a:buClr>
              <a:buFont typeface="Arial" panose="020B0604020202020204" pitchFamily="34" charset="0"/>
              <a:buChar char="•"/>
              <a:defRPr/>
            </a:pPr>
            <a:r>
              <a:rPr lang="en-US" altLang="en-US" b="0" dirty="0"/>
              <a:t>Balance customer’s benefits &amp; costs</a:t>
            </a:r>
          </a:p>
          <a:p>
            <a:pPr marL="342900" indent="-342900" eaLnBrk="1" hangingPunct="1">
              <a:buClr>
                <a:srgbClr val="00B0F0"/>
              </a:buClr>
              <a:buFont typeface="Arial" panose="020B0604020202020204" pitchFamily="34" charset="0"/>
              <a:buChar char="•"/>
              <a:defRPr/>
            </a:pPr>
            <a:r>
              <a:rPr lang="en-US" altLang="en-US" b="0" dirty="0"/>
              <a:t>Build relationships with customers</a:t>
            </a:r>
          </a:p>
          <a:p>
            <a:pPr marL="342900" indent="-342900" eaLnBrk="1" hangingPunct="1">
              <a:buClr>
                <a:srgbClr val="00B0F0"/>
              </a:buClr>
              <a:buFont typeface="Arial" panose="020B0604020202020204" pitchFamily="34" charset="0"/>
              <a:buChar char="•"/>
              <a:defRPr/>
            </a:pPr>
            <a:r>
              <a:rPr lang="en-US" altLang="en-US" b="0" dirty="0"/>
              <a:t>Use technology to connect with customers</a:t>
            </a:r>
          </a:p>
        </p:txBody>
      </p:sp>
      <p:pic>
        <p:nvPicPr>
          <p:cNvPr id="64514" name="Picture 2" descr="dictionary">
            <a:extLst>
              <a:ext uri="{FF2B5EF4-FFF2-40B4-BE49-F238E27FC236}">
                <a16:creationId xmlns:a16="http://schemas.microsoft.com/office/drawing/2014/main" id="{C8A73429-8A02-4E9F-9D3E-9CBC385F9063}"/>
              </a:ext>
            </a:extLst>
          </p:cNvPr>
          <p:cNvPicPr>
            <a:picLocks noGrp="1" noChangeAspect="1" noChangeArrowheads="1"/>
          </p:cNvPicPr>
          <p:nvPr>
            <p:ph sz="half" idx="2"/>
          </p:nvPr>
        </p:nvPicPr>
        <p:blipFill>
          <a:blip r:embed="rId3" cstate="email">
            <a:extLst>
              <a:ext uri="{28A0092B-C50C-407E-A947-70E740481C1C}">
                <a14:useLocalDpi xmlns:a14="http://schemas.microsoft.com/office/drawing/2010/main"/>
              </a:ext>
            </a:extLst>
          </a:blip>
          <a:srcRect/>
          <a:stretch>
            <a:fillRect/>
          </a:stretch>
        </p:blipFill>
        <p:spPr>
          <a:xfrm>
            <a:off x="1701800" y="1765300"/>
            <a:ext cx="6083300" cy="3870325"/>
          </a:xfrm>
        </p:spPr>
      </p:pic>
      <p:sp>
        <p:nvSpPr>
          <p:cNvPr id="5" name="Rectangle 3">
            <a:extLst>
              <a:ext uri="{FF2B5EF4-FFF2-40B4-BE49-F238E27FC236}">
                <a16:creationId xmlns:a16="http://schemas.microsoft.com/office/drawing/2014/main" id="{8F8CAFD2-54B0-41CD-8C58-147573B91492}"/>
              </a:ext>
            </a:extLst>
          </p:cNvPr>
          <p:cNvSpPr>
            <a:spLocks noChangeArrowheads="1"/>
          </p:cNvSpPr>
          <p:nvPr/>
        </p:nvSpPr>
        <p:spPr bwMode="auto">
          <a:xfrm>
            <a:off x="2209800" y="2374105"/>
            <a:ext cx="4953000" cy="265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lnSpc>
                <a:spcPct val="90000"/>
              </a:lnSpc>
              <a:buClr>
                <a:srgbClr val="00B0F0"/>
              </a:buClr>
              <a:buSzPct val="50000"/>
              <a:buFont typeface="Wingdings" pitchFamily="2" charset="2"/>
              <a:buChar char="l"/>
              <a:defRPr/>
            </a:pPr>
            <a:r>
              <a:rPr lang="en-US" altLang="en-US" dirty="0">
                <a:latin typeface="+mn-lt"/>
              </a:rPr>
              <a:t>Sharing Information</a:t>
            </a:r>
          </a:p>
          <a:p>
            <a:pPr eaLnBrk="1" hangingPunct="1">
              <a:lnSpc>
                <a:spcPct val="90000"/>
              </a:lnSpc>
              <a:buClr>
                <a:srgbClr val="00B0F0"/>
              </a:buClr>
              <a:buSzPct val="50000"/>
              <a:buFont typeface="Wingdings" pitchFamily="2" charset="2"/>
              <a:buChar char="l"/>
              <a:defRPr/>
            </a:pPr>
            <a:r>
              <a:rPr lang="en-US" altLang="en-US" dirty="0">
                <a:latin typeface="+mn-lt"/>
              </a:rPr>
              <a:t>Balancing benefits with costs</a:t>
            </a:r>
          </a:p>
          <a:p>
            <a:pPr eaLnBrk="1" hangingPunct="1">
              <a:lnSpc>
                <a:spcPct val="90000"/>
              </a:lnSpc>
              <a:buClr>
                <a:srgbClr val="00B0F0"/>
              </a:buClr>
              <a:buSzPct val="50000"/>
              <a:buFont typeface="Wingdings" pitchFamily="2" charset="2"/>
              <a:buChar char="l"/>
              <a:defRPr/>
            </a:pPr>
            <a:r>
              <a:rPr lang="en-US" altLang="en-US" dirty="0">
                <a:latin typeface="+mn-lt"/>
              </a:rPr>
              <a:t>Building customer relationships</a:t>
            </a:r>
          </a:p>
          <a:p>
            <a:pPr eaLnBrk="1" hangingPunct="1">
              <a:lnSpc>
                <a:spcPct val="90000"/>
              </a:lnSpc>
              <a:buClr>
                <a:srgbClr val="00B0F0"/>
              </a:buClr>
              <a:buSzPct val="50000"/>
              <a:buFont typeface="Wingdings" pitchFamily="2" charset="2"/>
              <a:buChar char="l"/>
              <a:defRPr/>
            </a:pPr>
            <a:r>
              <a:rPr lang="en-US" altLang="en-US" dirty="0">
                <a:latin typeface="+mn-lt"/>
              </a:rPr>
              <a:t>Connecting with customers via social media</a:t>
            </a:r>
          </a:p>
          <a:p>
            <a:pPr eaLnBrk="1" hangingPunct="1">
              <a:lnSpc>
                <a:spcPct val="90000"/>
              </a:lnSpc>
              <a:buClr>
                <a:srgbClr val="00B0F0"/>
              </a:buClr>
              <a:buSzPct val="50000"/>
              <a:buFont typeface="Wingdings" pitchFamily="2" charset="2"/>
              <a:buChar char="l"/>
              <a:defRPr/>
            </a:pPr>
            <a:endParaRPr lang="en-US" altLang="en-US" dirty="0">
              <a:latin typeface="+mn-lt"/>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Text Box 5">
            <a:extLst>
              <a:ext uri="{FF2B5EF4-FFF2-40B4-BE49-F238E27FC236}">
                <a16:creationId xmlns:a16="http://schemas.microsoft.com/office/drawing/2014/main" id="{1B0EF58B-FE88-4FE2-A660-CB50D0DDD5FF}"/>
              </a:ext>
            </a:extLst>
          </p:cNvPr>
          <p:cNvSpPr txBox="1">
            <a:spLocks noChangeArrowheads="1"/>
          </p:cNvSpPr>
          <p:nvPr/>
        </p:nvSpPr>
        <p:spPr bwMode="auto">
          <a:xfrm>
            <a:off x="838200" y="2660002"/>
            <a:ext cx="304641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2400" dirty="0">
                <a:latin typeface="+mn-lt"/>
              </a:rPr>
              <a:t>Why is sharing and coordinating information such a critical success factor for any firm?</a:t>
            </a:r>
          </a:p>
        </p:txBody>
      </p:sp>
      <p:sp>
        <p:nvSpPr>
          <p:cNvPr id="2" name="Title 1">
            <a:extLst>
              <a:ext uri="{FF2B5EF4-FFF2-40B4-BE49-F238E27FC236}">
                <a16:creationId xmlns:a16="http://schemas.microsoft.com/office/drawing/2014/main" id="{D06F3704-0799-44D7-A28A-B85D31C37A3A}"/>
              </a:ext>
            </a:extLst>
          </p:cNvPr>
          <p:cNvSpPr>
            <a:spLocks noGrp="1"/>
          </p:cNvSpPr>
          <p:nvPr>
            <p:ph type="title"/>
          </p:nvPr>
        </p:nvSpPr>
        <p:spPr>
          <a:xfrm>
            <a:off x="1143000" y="305348"/>
            <a:ext cx="5791200" cy="990600"/>
          </a:xfrm>
        </p:spPr>
        <p:txBody>
          <a:bodyPr/>
          <a:lstStyle/>
          <a:p>
            <a:pPr>
              <a:defRPr/>
            </a:pPr>
            <a:r>
              <a:rPr lang="en-US" b="1" dirty="0"/>
              <a:t>Sharing information</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p:blipFill>
        <p:spPr>
          <a:xfrm>
            <a:off x="4419600" y="2099633"/>
            <a:ext cx="3800475" cy="2538717"/>
          </a:xfrm>
          <a:prstGeom prst="rect">
            <a:avLst/>
          </a:prstGeom>
        </p:spPr>
      </p:pic>
      <p:sp>
        <p:nvSpPr>
          <p:cNvPr id="3" name="TextBox 2">
            <a:extLst>
              <a:ext uri="{FF2B5EF4-FFF2-40B4-BE49-F238E27FC236}">
                <a16:creationId xmlns:a16="http://schemas.microsoft.com/office/drawing/2014/main" id="{8C3D0C89-406E-4D2C-9C62-7ADDD4092857}"/>
              </a:ext>
            </a:extLst>
          </p:cNvPr>
          <p:cNvSpPr txBox="1"/>
          <p:nvPr/>
        </p:nvSpPr>
        <p:spPr>
          <a:xfrm>
            <a:off x="4419600" y="4876800"/>
            <a:ext cx="3800475" cy="861774"/>
          </a:xfrm>
          <a:prstGeom prst="rect">
            <a:avLst/>
          </a:prstGeom>
          <a:noFill/>
        </p:spPr>
        <p:txBody>
          <a:bodyPr wrap="square" rtlCol="0">
            <a:spAutoFit/>
          </a:bodyPr>
          <a:lstStyle/>
          <a:p>
            <a:r>
              <a:rPr lang="en-US" sz="1000" dirty="0"/>
              <a:t>Fashion designers for Zara, the Spain-based fashion retailer, collect purchase information and research customer trends to determine what their customers will want to wear in the next few weeks. They share this information with other departments to forecast sales and coordinate deliveries.</a:t>
            </a:r>
            <a:endParaRPr lang="en-CA" sz="1000"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610" name="Group 4">
            <a:extLst>
              <a:ext uri="{FF2B5EF4-FFF2-40B4-BE49-F238E27FC236}">
                <a16:creationId xmlns:a16="http://schemas.microsoft.com/office/drawing/2014/main" id="{504560D9-ED80-4B46-BA85-5F7C12FAC979}"/>
              </a:ext>
            </a:extLst>
          </p:cNvPr>
          <p:cNvGrpSpPr>
            <a:grpSpLocks/>
          </p:cNvGrpSpPr>
          <p:nvPr/>
        </p:nvGrpSpPr>
        <p:grpSpPr bwMode="auto">
          <a:xfrm>
            <a:off x="360363" y="1752600"/>
            <a:ext cx="2390775" cy="4711700"/>
            <a:chOff x="255" y="2160"/>
            <a:chExt cx="2490" cy="1028"/>
          </a:xfrm>
        </p:grpSpPr>
        <p:sp>
          <p:nvSpPr>
            <p:cNvPr id="566277" name="AutoShape 5">
              <a:extLst>
                <a:ext uri="{FF2B5EF4-FFF2-40B4-BE49-F238E27FC236}">
                  <a16:creationId xmlns:a16="http://schemas.microsoft.com/office/drawing/2014/main" id="{749E104C-C553-4DBC-A96A-551FA0820D99}"/>
                </a:ext>
              </a:extLst>
            </p:cNvPr>
            <p:cNvSpPr>
              <a:spLocks noChangeArrowheads="1"/>
            </p:cNvSpPr>
            <p:nvPr/>
          </p:nvSpPr>
          <p:spPr bwMode="auto">
            <a:xfrm>
              <a:off x="255" y="2160"/>
              <a:ext cx="2490" cy="1028"/>
            </a:xfrm>
            <a:prstGeom prst="roundRect">
              <a:avLst>
                <a:gd name="adj" fmla="val 16667"/>
              </a:avLst>
            </a:prstGeom>
            <a:solidFill>
              <a:schemeClr val="accent6">
                <a:lumMod val="75000"/>
                <a:alpha val="50000"/>
              </a:schemeClr>
            </a:solidFill>
            <a:ln w="9525">
              <a:noFill/>
              <a:round/>
              <a:headEnd/>
              <a:tailEnd/>
            </a:ln>
            <a:effectLst>
              <a:outerShdw dist="107763" dir="2700000" algn="ctr" rotWithShape="0">
                <a:srgbClr val="024A05">
                  <a:alpha val="50000"/>
                </a:srgbClr>
              </a:outerShdw>
            </a:effectLst>
          </p:spPr>
          <p:txBody>
            <a:bodyPr wrap="none" anchor="ctr"/>
            <a:lstStyle/>
            <a:p>
              <a:pPr eaLnBrk="1" hangingPunct="1">
                <a:defRPr/>
              </a:pPr>
              <a:endParaRPr lang="en-CA" dirty="0"/>
            </a:p>
          </p:txBody>
        </p:sp>
        <p:sp>
          <p:nvSpPr>
            <p:cNvPr id="51221" name="Text Box 6">
              <a:extLst>
                <a:ext uri="{FF2B5EF4-FFF2-40B4-BE49-F238E27FC236}">
                  <a16:creationId xmlns:a16="http://schemas.microsoft.com/office/drawing/2014/main" id="{D7706B3D-402B-4280-AAE8-541A046186E3}"/>
                </a:ext>
              </a:extLst>
            </p:cNvPr>
            <p:cNvSpPr txBox="1">
              <a:spLocks noChangeArrowheads="1"/>
            </p:cNvSpPr>
            <p:nvPr/>
          </p:nvSpPr>
          <p:spPr bwMode="auto">
            <a:xfrm>
              <a:off x="387" y="2276"/>
              <a:ext cx="2268" cy="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algn="r" eaLnBrk="1" hangingPunct="1">
                <a:spcBef>
                  <a:spcPct val="0"/>
                </a:spcBef>
                <a:buFontTx/>
                <a:buNone/>
                <a:defRPr/>
              </a:pPr>
              <a:r>
                <a:rPr lang="en-US" altLang="en-US" sz="2400" dirty="0">
                  <a:latin typeface="+mn-lt"/>
                </a:rPr>
                <a:t>Challenge</a:t>
              </a:r>
            </a:p>
            <a:p>
              <a:pPr eaLnBrk="1" hangingPunct="1">
                <a:spcBef>
                  <a:spcPct val="0"/>
                </a:spcBef>
                <a:buFontTx/>
                <a:buNone/>
                <a:defRPr/>
              </a:pPr>
              <a:endParaRPr lang="en-US" altLang="en-US" sz="2400" dirty="0"/>
            </a:p>
            <a:p>
              <a:pPr algn="r" eaLnBrk="1" hangingPunct="1">
                <a:spcBef>
                  <a:spcPct val="0"/>
                </a:spcBef>
                <a:buFontTx/>
                <a:buNone/>
                <a:defRPr/>
              </a:pPr>
              <a:endParaRPr lang="en-US" altLang="en-US" sz="1200" dirty="0"/>
            </a:p>
            <a:p>
              <a:pPr algn="r" eaLnBrk="1" hangingPunct="1">
                <a:spcBef>
                  <a:spcPct val="0"/>
                </a:spcBef>
                <a:buFontTx/>
                <a:buNone/>
                <a:defRPr/>
              </a:pPr>
              <a:endParaRPr lang="en-US" altLang="en-US" sz="2400" dirty="0"/>
            </a:p>
            <a:p>
              <a:pPr algn="r" eaLnBrk="1" hangingPunct="1">
                <a:spcBef>
                  <a:spcPct val="0"/>
                </a:spcBef>
                <a:buFontTx/>
                <a:buNone/>
                <a:defRPr/>
              </a:pPr>
              <a:r>
                <a:rPr lang="en-US" altLang="en-US" sz="2400" dirty="0">
                  <a:latin typeface="+mn-lt"/>
                </a:rPr>
                <a:t>Answer</a:t>
              </a:r>
            </a:p>
            <a:p>
              <a:pPr eaLnBrk="1" hangingPunct="1">
                <a:spcBef>
                  <a:spcPct val="0"/>
                </a:spcBef>
                <a:buFontTx/>
                <a:buNone/>
                <a:defRPr/>
              </a:pPr>
              <a:endParaRPr lang="en-US" altLang="en-US" sz="2400" dirty="0"/>
            </a:p>
            <a:p>
              <a:pPr eaLnBrk="1" hangingPunct="1">
                <a:spcBef>
                  <a:spcPct val="0"/>
                </a:spcBef>
                <a:buFontTx/>
                <a:buNone/>
                <a:defRPr/>
              </a:pPr>
              <a:endParaRPr lang="en-US" altLang="en-US" sz="2400" dirty="0"/>
            </a:p>
            <a:p>
              <a:pPr algn="r" eaLnBrk="1" hangingPunct="1">
                <a:spcBef>
                  <a:spcPct val="0"/>
                </a:spcBef>
                <a:buFontTx/>
                <a:buNone/>
                <a:defRPr/>
              </a:pPr>
              <a:endParaRPr lang="en-US" altLang="en-US" sz="2400" dirty="0"/>
            </a:p>
            <a:p>
              <a:pPr algn="r" eaLnBrk="1" hangingPunct="1">
                <a:spcBef>
                  <a:spcPct val="0"/>
                </a:spcBef>
                <a:buFontTx/>
                <a:buNone/>
                <a:defRPr/>
              </a:pPr>
              <a:r>
                <a:rPr lang="en-US" altLang="en-US" sz="2400" dirty="0">
                  <a:latin typeface="+mn-lt"/>
                </a:rPr>
                <a:t>Results</a:t>
              </a:r>
            </a:p>
          </p:txBody>
        </p:sp>
      </p:grpSp>
      <p:grpSp>
        <p:nvGrpSpPr>
          <p:cNvPr id="68611" name="Group 7">
            <a:extLst>
              <a:ext uri="{FF2B5EF4-FFF2-40B4-BE49-F238E27FC236}">
                <a16:creationId xmlns:a16="http://schemas.microsoft.com/office/drawing/2014/main" id="{34CC84A2-635D-419C-BA84-CFA0D81417CB}"/>
              </a:ext>
            </a:extLst>
          </p:cNvPr>
          <p:cNvGrpSpPr>
            <a:grpSpLocks/>
          </p:cNvGrpSpPr>
          <p:nvPr/>
        </p:nvGrpSpPr>
        <p:grpSpPr bwMode="auto">
          <a:xfrm>
            <a:off x="2832100" y="1663700"/>
            <a:ext cx="5707063" cy="1316038"/>
            <a:chOff x="1784" y="945"/>
            <a:chExt cx="3595" cy="829"/>
          </a:xfrm>
        </p:grpSpPr>
        <p:sp>
          <p:nvSpPr>
            <p:cNvPr id="35856" name="AutoShape 8">
              <a:extLst>
                <a:ext uri="{FF2B5EF4-FFF2-40B4-BE49-F238E27FC236}">
                  <a16:creationId xmlns:a16="http://schemas.microsoft.com/office/drawing/2014/main" id="{293F4297-79DC-4C19-A438-2607B909CB3A}"/>
                </a:ext>
              </a:extLst>
            </p:cNvPr>
            <p:cNvSpPr>
              <a:spLocks noChangeArrowheads="1"/>
            </p:cNvSpPr>
            <p:nvPr/>
          </p:nvSpPr>
          <p:spPr bwMode="auto">
            <a:xfrm>
              <a:off x="1784" y="1258"/>
              <a:ext cx="1105" cy="409"/>
            </a:xfrm>
            <a:prstGeom prst="rightArrow">
              <a:avLst>
                <a:gd name="adj1" fmla="val 50000"/>
                <a:gd name="adj2" fmla="val 67543"/>
              </a:avLst>
            </a:prstGeom>
            <a:solidFill>
              <a:schemeClr val="accent6">
                <a:lumMod val="75000"/>
              </a:schemeClr>
            </a:solidFill>
            <a:ln w="9525" algn="ctr">
              <a:solidFill>
                <a:srgbClr val="000000"/>
              </a:solidFill>
              <a:miter lim="800000"/>
              <a:headEnd/>
              <a:tailEnd/>
            </a:ln>
          </p:spPr>
          <p:txBody>
            <a:bodyPr wrap="none" anchor="ctr">
              <a:spAutoFit/>
            </a:bodyPr>
            <a:lstStyle>
              <a:lvl1pPr eaLnBrk="0" hangingPunct="0">
                <a:spcBef>
                  <a:spcPct val="20000"/>
                </a:spcBef>
                <a:spcAft>
                  <a:spcPts val="600"/>
                </a:spcAft>
                <a:buFont typeface="Arial" charset="0"/>
                <a:defRPr sz="2000" b="1">
                  <a:solidFill>
                    <a:schemeClr val="tx1"/>
                  </a:solidFill>
                  <a:latin typeface="Calibri" pitchFamily="34" charset="0"/>
                </a:defRPr>
              </a:lvl1pPr>
              <a:lvl2pPr marL="742950" indent="-285750" eaLnBrk="0" hangingPunct="0">
                <a:spcBef>
                  <a:spcPct val="20000"/>
                </a:spcBef>
                <a:buClr>
                  <a:schemeClr val="tx2"/>
                </a:buClr>
                <a:buFont typeface="Arial" charset="0"/>
                <a:buChar char="•"/>
                <a:defRPr sz="2000">
                  <a:solidFill>
                    <a:schemeClr val="tx1"/>
                  </a:solidFill>
                  <a:latin typeface="Calibri" pitchFamily="34" charset="0"/>
                </a:defRPr>
              </a:lvl2pPr>
              <a:lvl3pPr marL="1143000" indent="-228600" eaLnBrk="0" hangingPunct="0">
                <a:spcBef>
                  <a:spcPct val="20000"/>
                </a:spcBef>
                <a:buClr>
                  <a:schemeClr val="tx2"/>
                </a:buClr>
                <a:buFont typeface="Arial" charset="0"/>
                <a:buChar char="•"/>
                <a:defRPr>
                  <a:solidFill>
                    <a:schemeClr val="tx1"/>
                  </a:solidFill>
                  <a:latin typeface="Calibri" pitchFamily="34" charset="0"/>
                </a:defRPr>
              </a:lvl3pPr>
              <a:lvl4pPr marL="1600200" indent="-228600" eaLnBrk="0" hangingPunct="0">
                <a:spcBef>
                  <a:spcPct val="20000"/>
                </a:spcBef>
                <a:buClr>
                  <a:schemeClr val="tx2"/>
                </a:buClr>
                <a:buFont typeface="Arial" charset="0"/>
                <a:buChar char="•"/>
                <a:defRPr>
                  <a:solidFill>
                    <a:schemeClr val="tx1"/>
                  </a:solidFill>
                  <a:latin typeface="Calibri" pitchFamily="34" charset="0"/>
                </a:defRPr>
              </a:lvl4pPr>
              <a:lvl5pPr marL="2057400" indent="-228600" eaLnBrk="0" hangingPunct="0">
                <a:spcBef>
                  <a:spcPct val="20000"/>
                </a:spcBef>
                <a:buClr>
                  <a:schemeClr val="tx2"/>
                </a:buClr>
                <a:buFont typeface="Arial" charset="0"/>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9pPr>
            </a:lstStyle>
            <a:p>
              <a:pPr eaLnBrk="1" hangingPunct="1">
                <a:spcBef>
                  <a:spcPct val="0"/>
                </a:spcBef>
                <a:spcAft>
                  <a:spcPct val="0"/>
                </a:spcAft>
                <a:buFontTx/>
                <a:buNone/>
                <a:defRPr/>
              </a:pPr>
              <a:endParaRPr lang="en-CA" altLang="en-US" sz="1800" b="0" dirty="0">
                <a:latin typeface="Arial" charset="0"/>
                <a:cs typeface="Arial" charset="0"/>
              </a:endParaRPr>
            </a:p>
          </p:txBody>
        </p:sp>
        <p:grpSp>
          <p:nvGrpSpPr>
            <p:cNvPr id="68625" name="Group 9">
              <a:extLst>
                <a:ext uri="{FF2B5EF4-FFF2-40B4-BE49-F238E27FC236}">
                  <a16:creationId xmlns:a16="http://schemas.microsoft.com/office/drawing/2014/main" id="{50B39D57-3016-4A59-B013-42D98D2FFCCA}"/>
                </a:ext>
              </a:extLst>
            </p:cNvPr>
            <p:cNvGrpSpPr>
              <a:grpSpLocks/>
            </p:cNvGrpSpPr>
            <p:nvPr/>
          </p:nvGrpSpPr>
          <p:grpSpPr bwMode="auto">
            <a:xfrm>
              <a:off x="2889" y="945"/>
              <a:ext cx="2490" cy="829"/>
              <a:chOff x="2889" y="945"/>
              <a:chExt cx="2490" cy="829"/>
            </a:xfrm>
          </p:grpSpPr>
          <p:sp>
            <p:nvSpPr>
              <p:cNvPr id="566282" name="AutoShape 10">
                <a:extLst>
                  <a:ext uri="{FF2B5EF4-FFF2-40B4-BE49-F238E27FC236}">
                    <a16:creationId xmlns:a16="http://schemas.microsoft.com/office/drawing/2014/main" id="{054CBA8E-353E-4B58-8FF8-03C99DD657CD}"/>
                  </a:ext>
                </a:extLst>
              </p:cNvPr>
              <p:cNvSpPr>
                <a:spLocks noChangeArrowheads="1"/>
              </p:cNvSpPr>
              <p:nvPr/>
            </p:nvSpPr>
            <p:spPr bwMode="auto">
              <a:xfrm>
                <a:off x="2889" y="945"/>
                <a:ext cx="2490" cy="829"/>
              </a:xfrm>
              <a:prstGeom prst="roundRect">
                <a:avLst>
                  <a:gd name="adj" fmla="val 16667"/>
                </a:avLst>
              </a:prstGeom>
              <a:solidFill>
                <a:schemeClr val="accent6">
                  <a:lumMod val="40000"/>
                  <a:lumOff val="60000"/>
                  <a:alpha val="10000"/>
                </a:schemeClr>
              </a:solidFill>
              <a:ln w="9525">
                <a:noFill/>
                <a:round/>
                <a:headEnd/>
                <a:tailEnd/>
              </a:ln>
              <a:effectLst>
                <a:outerShdw dist="107763" dir="2700000" algn="ctr" rotWithShape="0">
                  <a:schemeClr val="accent1">
                    <a:alpha val="50000"/>
                  </a:schemeClr>
                </a:outerShdw>
              </a:effectLst>
            </p:spPr>
            <p:txBody>
              <a:bodyPr wrap="none" anchor="ctr"/>
              <a:lstStyle/>
              <a:p>
                <a:pPr eaLnBrk="1" hangingPunct="1">
                  <a:defRPr/>
                </a:pPr>
                <a:endParaRPr lang="en-CA" dirty="0"/>
              </a:p>
            </p:txBody>
          </p:sp>
          <p:sp>
            <p:nvSpPr>
              <p:cNvPr id="51219" name="Text Box 11">
                <a:extLst>
                  <a:ext uri="{FF2B5EF4-FFF2-40B4-BE49-F238E27FC236}">
                    <a16:creationId xmlns:a16="http://schemas.microsoft.com/office/drawing/2014/main" id="{632806DD-6DD8-4F35-8182-9AE01C42DA92}"/>
                  </a:ext>
                </a:extLst>
              </p:cNvPr>
              <p:cNvSpPr txBox="1">
                <a:spLocks noChangeArrowheads="1"/>
              </p:cNvSpPr>
              <p:nvPr/>
            </p:nvSpPr>
            <p:spPr bwMode="auto">
              <a:xfrm>
                <a:off x="3030" y="1013"/>
                <a:ext cx="2269"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1800" dirty="0">
                    <a:latin typeface="+mn-lt"/>
                  </a:rPr>
                  <a:t>How does the flagship brand of Europe’s fastest growing apparel retailer keep up with the latest trends?</a:t>
                </a:r>
              </a:p>
            </p:txBody>
          </p:sp>
        </p:grpSp>
      </p:grpSp>
      <p:grpSp>
        <p:nvGrpSpPr>
          <p:cNvPr id="68612" name="Group 12">
            <a:extLst>
              <a:ext uri="{FF2B5EF4-FFF2-40B4-BE49-F238E27FC236}">
                <a16:creationId xmlns:a16="http://schemas.microsoft.com/office/drawing/2014/main" id="{0BD72D6E-93B3-4300-8AE1-020C4C64FD6E}"/>
              </a:ext>
            </a:extLst>
          </p:cNvPr>
          <p:cNvGrpSpPr>
            <a:grpSpLocks/>
          </p:cNvGrpSpPr>
          <p:nvPr/>
        </p:nvGrpSpPr>
        <p:grpSpPr bwMode="auto">
          <a:xfrm>
            <a:off x="2832100" y="3140075"/>
            <a:ext cx="5707063" cy="1355725"/>
            <a:chOff x="1784" y="1878"/>
            <a:chExt cx="3595" cy="854"/>
          </a:xfrm>
        </p:grpSpPr>
        <p:sp>
          <p:nvSpPr>
            <p:cNvPr id="35852" name="AutoShape 13">
              <a:extLst>
                <a:ext uri="{FF2B5EF4-FFF2-40B4-BE49-F238E27FC236}">
                  <a16:creationId xmlns:a16="http://schemas.microsoft.com/office/drawing/2014/main" id="{8BE330A1-8D56-42FE-AD5F-70B70D3B8533}"/>
                </a:ext>
              </a:extLst>
            </p:cNvPr>
            <p:cNvSpPr>
              <a:spLocks noChangeArrowheads="1"/>
            </p:cNvSpPr>
            <p:nvPr/>
          </p:nvSpPr>
          <p:spPr bwMode="auto">
            <a:xfrm>
              <a:off x="1784" y="2100"/>
              <a:ext cx="1105" cy="409"/>
            </a:xfrm>
            <a:prstGeom prst="rightArrow">
              <a:avLst>
                <a:gd name="adj1" fmla="val 50000"/>
                <a:gd name="adj2" fmla="val 67543"/>
              </a:avLst>
            </a:prstGeom>
            <a:solidFill>
              <a:schemeClr val="accent6">
                <a:lumMod val="75000"/>
              </a:schemeClr>
            </a:solidFill>
            <a:ln w="9525" algn="ctr">
              <a:solidFill>
                <a:srgbClr val="000000"/>
              </a:solidFill>
              <a:miter lim="800000"/>
              <a:headEnd/>
              <a:tailEnd/>
            </a:ln>
          </p:spPr>
          <p:txBody>
            <a:bodyPr wrap="none" anchor="ctr">
              <a:spAutoFit/>
            </a:bodyPr>
            <a:lstStyle>
              <a:lvl1pPr eaLnBrk="0" hangingPunct="0">
                <a:spcBef>
                  <a:spcPct val="20000"/>
                </a:spcBef>
                <a:spcAft>
                  <a:spcPts val="600"/>
                </a:spcAft>
                <a:buFont typeface="Arial" charset="0"/>
                <a:defRPr sz="2000" b="1">
                  <a:solidFill>
                    <a:schemeClr val="tx1"/>
                  </a:solidFill>
                  <a:latin typeface="Calibri" pitchFamily="34" charset="0"/>
                </a:defRPr>
              </a:lvl1pPr>
              <a:lvl2pPr marL="742950" indent="-285750" eaLnBrk="0" hangingPunct="0">
                <a:spcBef>
                  <a:spcPct val="20000"/>
                </a:spcBef>
                <a:buClr>
                  <a:schemeClr val="tx2"/>
                </a:buClr>
                <a:buFont typeface="Arial" charset="0"/>
                <a:buChar char="•"/>
                <a:defRPr sz="2000">
                  <a:solidFill>
                    <a:schemeClr val="tx1"/>
                  </a:solidFill>
                  <a:latin typeface="Calibri" pitchFamily="34" charset="0"/>
                </a:defRPr>
              </a:lvl2pPr>
              <a:lvl3pPr marL="1143000" indent="-228600" eaLnBrk="0" hangingPunct="0">
                <a:spcBef>
                  <a:spcPct val="20000"/>
                </a:spcBef>
                <a:buClr>
                  <a:schemeClr val="tx2"/>
                </a:buClr>
                <a:buFont typeface="Arial" charset="0"/>
                <a:buChar char="•"/>
                <a:defRPr>
                  <a:solidFill>
                    <a:schemeClr val="tx1"/>
                  </a:solidFill>
                  <a:latin typeface="Calibri" pitchFamily="34" charset="0"/>
                </a:defRPr>
              </a:lvl3pPr>
              <a:lvl4pPr marL="1600200" indent="-228600" eaLnBrk="0" hangingPunct="0">
                <a:spcBef>
                  <a:spcPct val="20000"/>
                </a:spcBef>
                <a:buClr>
                  <a:schemeClr val="tx2"/>
                </a:buClr>
                <a:buFont typeface="Arial" charset="0"/>
                <a:buChar char="•"/>
                <a:defRPr>
                  <a:solidFill>
                    <a:schemeClr val="tx1"/>
                  </a:solidFill>
                  <a:latin typeface="Calibri" pitchFamily="34" charset="0"/>
                </a:defRPr>
              </a:lvl4pPr>
              <a:lvl5pPr marL="2057400" indent="-228600" eaLnBrk="0" hangingPunct="0">
                <a:spcBef>
                  <a:spcPct val="20000"/>
                </a:spcBef>
                <a:buClr>
                  <a:schemeClr val="tx2"/>
                </a:buClr>
                <a:buFont typeface="Arial" charset="0"/>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9pPr>
            </a:lstStyle>
            <a:p>
              <a:pPr eaLnBrk="1" hangingPunct="1">
                <a:spcBef>
                  <a:spcPct val="0"/>
                </a:spcBef>
                <a:spcAft>
                  <a:spcPct val="0"/>
                </a:spcAft>
                <a:buFontTx/>
                <a:buNone/>
                <a:defRPr/>
              </a:pPr>
              <a:endParaRPr lang="en-CA" altLang="en-US" sz="1800" b="0" dirty="0">
                <a:latin typeface="Arial" charset="0"/>
                <a:cs typeface="Arial" charset="0"/>
              </a:endParaRPr>
            </a:p>
          </p:txBody>
        </p:sp>
        <p:grpSp>
          <p:nvGrpSpPr>
            <p:cNvPr id="68621" name="Group 14">
              <a:extLst>
                <a:ext uri="{FF2B5EF4-FFF2-40B4-BE49-F238E27FC236}">
                  <a16:creationId xmlns:a16="http://schemas.microsoft.com/office/drawing/2014/main" id="{53E9E7E3-6B13-490E-81F9-86D716FA909A}"/>
                </a:ext>
              </a:extLst>
            </p:cNvPr>
            <p:cNvGrpSpPr>
              <a:grpSpLocks/>
            </p:cNvGrpSpPr>
            <p:nvPr/>
          </p:nvGrpSpPr>
          <p:grpSpPr bwMode="auto">
            <a:xfrm>
              <a:off x="2889" y="1878"/>
              <a:ext cx="2490" cy="854"/>
              <a:chOff x="2889" y="1878"/>
              <a:chExt cx="2490" cy="854"/>
            </a:xfrm>
          </p:grpSpPr>
          <p:sp>
            <p:nvSpPr>
              <p:cNvPr id="566287" name="AutoShape 15">
                <a:extLst>
                  <a:ext uri="{FF2B5EF4-FFF2-40B4-BE49-F238E27FC236}">
                    <a16:creationId xmlns:a16="http://schemas.microsoft.com/office/drawing/2014/main" id="{F70BC5B0-B531-4413-9E3C-7E24B401258B}"/>
                  </a:ext>
                </a:extLst>
              </p:cNvPr>
              <p:cNvSpPr>
                <a:spLocks noChangeArrowheads="1"/>
              </p:cNvSpPr>
              <p:nvPr/>
            </p:nvSpPr>
            <p:spPr bwMode="auto">
              <a:xfrm>
                <a:off x="2889" y="1878"/>
                <a:ext cx="2490" cy="854"/>
              </a:xfrm>
              <a:prstGeom prst="roundRect">
                <a:avLst>
                  <a:gd name="adj" fmla="val 16667"/>
                </a:avLst>
              </a:prstGeom>
              <a:solidFill>
                <a:schemeClr val="accent6">
                  <a:lumMod val="40000"/>
                  <a:lumOff val="60000"/>
                  <a:alpha val="10000"/>
                </a:schemeClr>
              </a:solidFill>
              <a:ln w="9525">
                <a:noFill/>
                <a:round/>
                <a:headEnd/>
                <a:tailEnd/>
              </a:ln>
              <a:effectLst>
                <a:outerShdw dist="107763" dir="2700000" algn="ctr" rotWithShape="0">
                  <a:schemeClr val="accent1">
                    <a:alpha val="50000"/>
                  </a:schemeClr>
                </a:outerShdw>
              </a:effectLst>
            </p:spPr>
            <p:txBody>
              <a:bodyPr wrap="none" anchor="ctr"/>
              <a:lstStyle/>
              <a:p>
                <a:pPr eaLnBrk="1" hangingPunct="1">
                  <a:defRPr/>
                </a:pPr>
                <a:endParaRPr lang="en-CA" dirty="0"/>
              </a:p>
            </p:txBody>
          </p:sp>
          <p:sp>
            <p:nvSpPr>
              <p:cNvPr id="51215" name="Text Box 16">
                <a:extLst>
                  <a:ext uri="{FF2B5EF4-FFF2-40B4-BE49-F238E27FC236}">
                    <a16:creationId xmlns:a16="http://schemas.microsoft.com/office/drawing/2014/main" id="{3A8041F1-2A46-41A3-8FA8-B774693AFF54}"/>
                  </a:ext>
                </a:extLst>
              </p:cNvPr>
              <p:cNvSpPr txBox="1">
                <a:spLocks noChangeArrowheads="1"/>
              </p:cNvSpPr>
              <p:nvPr/>
            </p:nvSpPr>
            <p:spPr bwMode="auto">
              <a:xfrm>
                <a:off x="3030" y="1944"/>
                <a:ext cx="2269"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buFontTx/>
                  <a:buNone/>
                  <a:defRPr/>
                </a:pPr>
                <a:r>
                  <a:rPr lang="en-US" altLang="en-US" sz="1800" dirty="0">
                    <a:latin typeface="+mn-lt"/>
                  </a:rPr>
                  <a:t>By implementing sophisticated information technology into its customer tracking and supply chain functions.</a:t>
                </a:r>
              </a:p>
            </p:txBody>
          </p:sp>
        </p:grpSp>
      </p:grpSp>
      <p:grpSp>
        <p:nvGrpSpPr>
          <p:cNvPr id="68613" name="Group 17">
            <a:extLst>
              <a:ext uri="{FF2B5EF4-FFF2-40B4-BE49-F238E27FC236}">
                <a16:creationId xmlns:a16="http://schemas.microsoft.com/office/drawing/2014/main" id="{91742C74-4042-4BF2-BEB8-947E4EB90404}"/>
              </a:ext>
            </a:extLst>
          </p:cNvPr>
          <p:cNvGrpSpPr>
            <a:grpSpLocks/>
          </p:cNvGrpSpPr>
          <p:nvPr/>
        </p:nvGrpSpPr>
        <p:grpSpPr bwMode="auto">
          <a:xfrm>
            <a:off x="2832100" y="4724400"/>
            <a:ext cx="5726113" cy="1885950"/>
            <a:chOff x="1775" y="2840"/>
            <a:chExt cx="3607" cy="1188"/>
          </a:xfrm>
        </p:grpSpPr>
        <p:sp>
          <p:nvSpPr>
            <p:cNvPr id="35848" name="AutoShape 18">
              <a:extLst>
                <a:ext uri="{FF2B5EF4-FFF2-40B4-BE49-F238E27FC236}">
                  <a16:creationId xmlns:a16="http://schemas.microsoft.com/office/drawing/2014/main" id="{4880A167-3031-4EC4-9113-0A94285EFCD9}"/>
                </a:ext>
              </a:extLst>
            </p:cNvPr>
            <p:cNvSpPr>
              <a:spLocks noChangeArrowheads="1"/>
            </p:cNvSpPr>
            <p:nvPr/>
          </p:nvSpPr>
          <p:spPr bwMode="auto">
            <a:xfrm>
              <a:off x="1775" y="2991"/>
              <a:ext cx="1105" cy="409"/>
            </a:xfrm>
            <a:prstGeom prst="rightArrow">
              <a:avLst>
                <a:gd name="adj1" fmla="val 50000"/>
                <a:gd name="adj2" fmla="val 67543"/>
              </a:avLst>
            </a:prstGeom>
            <a:solidFill>
              <a:schemeClr val="accent6">
                <a:lumMod val="75000"/>
              </a:schemeClr>
            </a:solidFill>
            <a:ln w="9525" algn="ctr">
              <a:solidFill>
                <a:srgbClr val="000000"/>
              </a:solidFill>
              <a:miter lim="800000"/>
              <a:headEnd/>
              <a:tailEnd/>
            </a:ln>
          </p:spPr>
          <p:txBody>
            <a:bodyPr wrap="none" anchor="ctr">
              <a:spAutoFit/>
            </a:bodyPr>
            <a:lstStyle>
              <a:lvl1pPr eaLnBrk="0" hangingPunct="0">
                <a:spcBef>
                  <a:spcPct val="20000"/>
                </a:spcBef>
                <a:spcAft>
                  <a:spcPts val="600"/>
                </a:spcAft>
                <a:buFont typeface="Arial" charset="0"/>
                <a:defRPr sz="2000" b="1">
                  <a:solidFill>
                    <a:schemeClr val="tx1"/>
                  </a:solidFill>
                  <a:latin typeface="Calibri" pitchFamily="34" charset="0"/>
                </a:defRPr>
              </a:lvl1pPr>
              <a:lvl2pPr marL="742950" indent="-285750" eaLnBrk="0" hangingPunct="0">
                <a:spcBef>
                  <a:spcPct val="20000"/>
                </a:spcBef>
                <a:buClr>
                  <a:schemeClr val="tx2"/>
                </a:buClr>
                <a:buFont typeface="Arial" charset="0"/>
                <a:buChar char="•"/>
                <a:defRPr sz="2000">
                  <a:solidFill>
                    <a:schemeClr val="tx1"/>
                  </a:solidFill>
                  <a:latin typeface="Calibri" pitchFamily="34" charset="0"/>
                </a:defRPr>
              </a:lvl2pPr>
              <a:lvl3pPr marL="1143000" indent="-228600" eaLnBrk="0" hangingPunct="0">
                <a:spcBef>
                  <a:spcPct val="20000"/>
                </a:spcBef>
                <a:buClr>
                  <a:schemeClr val="tx2"/>
                </a:buClr>
                <a:buFont typeface="Arial" charset="0"/>
                <a:buChar char="•"/>
                <a:defRPr>
                  <a:solidFill>
                    <a:schemeClr val="tx1"/>
                  </a:solidFill>
                  <a:latin typeface="Calibri" pitchFamily="34" charset="0"/>
                </a:defRPr>
              </a:lvl3pPr>
              <a:lvl4pPr marL="1600200" indent="-228600" eaLnBrk="0" hangingPunct="0">
                <a:spcBef>
                  <a:spcPct val="20000"/>
                </a:spcBef>
                <a:buClr>
                  <a:schemeClr val="tx2"/>
                </a:buClr>
                <a:buFont typeface="Arial" charset="0"/>
                <a:buChar char="•"/>
                <a:defRPr>
                  <a:solidFill>
                    <a:schemeClr val="tx1"/>
                  </a:solidFill>
                  <a:latin typeface="Calibri" pitchFamily="34" charset="0"/>
                </a:defRPr>
              </a:lvl4pPr>
              <a:lvl5pPr marL="2057400" indent="-228600" eaLnBrk="0" hangingPunct="0">
                <a:spcBef>
                  <a:spcPct val="20000"/>
                </a:spcBef>
                <a:buClr>
                  <a:schemeClr val="tx2"/>
                </a:buClr>
                <a:buFont typeface="Arial" charset="0"/>
                <a:buChar char="•"/>
                <a:defRPr>
                  <a:solidFill>
                    <a:schemeClr val="tx1"/>
                  </a:solidFill>
                  <a:latin typeface="Calibri" pitchFamily="34" charset="0"/>
                </a:defRPr>
              </a:lvl5pPr>
              <a:lvl6pPr marL="25146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6pPr>
              <a:lvl7pPr marL="29718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7pPr>
              <a:lvl8pPr marL="34290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8pPr>
              <a:lvl9pPr marL="3886200" indent="-228600" eaLnBrk="0" fontAlgn="base" hangingPunct="0">
                <a:spcBef>
                  <a:spcPct val="20000"/>
                </a:spcBef>
                <a:spcAft>
                  <a:spcPct val="0"/>
                </a:spcAft>
                <a:buClr>
                  <a:schemeClr val="tx2"/>
                </a:buClr>
                <a:buFont typeface="Arial" charset="0"/>
                <a:buChar char="•"/>
                <a:defRPr>
                  <a:solidFill>
                    <a:schemeClr val="tx1"/>
                  </a:solidFill>
                  <a:latin typeface="Calibri" pitchFamily="34" charset="0"/>
                </a:defRPr>
              </a:lvl9pPr>
            </a:lstStyle>
            <a:p>
              <a:pPr eaLnBrk="1" hangingPunct="1">
                <a:spcBef>
                  <a:spcPct val="0"/>
                </a:spcBef>
                <a:spcAft>
                  <a:spcPct val="0"/>
                </a:spcAft>
                <a:buFontTx/>
                <a:buNone/>
                <a:defRPr/>
              </a:pPr>
              <a:endParaRPr lang="en-CA" altLang="en-US" sz="1800" b="0" dirty="0">
                <a:latin typeface="Arial" charset="0"/>
                <a:cs typeface="Arial" charset="0"/>
              </a:endParaRPr>
            </a:p>
          </p:txBody>
        </p:sp>
        <p:grpSp>
          <p:nvGrpSpPr>
            <p:cNvPr id="68617" name="Group 19">
              <a:extLst>
                <a:ext uri="{FF2B5EF4-FFF2-40B4-BE49-F238E27FC236}">
                  <a16:creationId xmlns:a16="http://schemas.microsoft.com/office/drawing/2014/main" id="{F1F5B3EB-1F7D-4350-8118-FDAC25ADEA2A}"/>
                </a:ext>
              </a:extLst>
            </p:cNvPr>
            <p:cNvGrpSpPr>
              <a:grpSpLocks/>
            </p:cNvGrpSpPr>
            <p:nvPr/>
          </p:nvGrpSpPr>
          <p:grpSpPr bwMode="auto">
            <a:xfrm>
              <a:off x="2889" y="2840"/>
              <a:ext cx="2493" cy="1188"/>
              <a:chOff x="2889" y="2840"/>
              <a:chExt cx="2493" cy="1188"/>
            </a:xfrm>
          </p:grpSpPr>
          <p:sp>
            <p:nvSpPr>
              <p:cNvPr id="566292" name="AutoShape 20">
                <a:extLst>
                  <a:ext uri="{FF2B5EF4-FFF2-40B4-BE49-F238E27FC236}">
                    <a16:creationId xmlns:a16="http://schemas.microsoft.com/office/drawing/2014/main" id="{4B0CB0EE-AF9E-4CB6-B71E-4B47C3CDAE23}"/>
                  </a:ext>
                </a:extLst>
              </p:cNvPr>
              <p:cNvSpPr>
                <a:spLocks noChangeArrowheads="1"/>
              </p:cNvSpPr>
              <p:nvPr/>
            </p:nvSpPr>
            <p:spPr bwMode="auto">
              <a:xfrm>
                <a:off x="2889" y="2840"/>
                <a:ext cx="2490" cy="1188"/>
              </a:xfrm>
              <a:prstGeom prst="roundRect">
                <a:avLst>
                  <a:gd name="adj" fmla="val 16667"/>
                </a:avLst>
              </a:prstGeom>
              <a:solidFill>
                <a:schemeClr val="accent6">
                  <a:lumMod val="40000"/>
                  <a:lumOff val="60000"/>
                  <a:alpha val="10000"/>
                </a:schemeClr>
              </a:solidFill>
              <a:ln w="9525">
                <a:noFill/>
                <a:round/>
                <a:headEnd/>
                <a:tailEnd/>
              </a:ln>
              <a:effectLst>
                <a:outerShdw dist="107763" dir="2700000" algn="ctr" rotWithShape="0">
                  <a:schemeClr val="accent1">
                    <a:alpha val="50000"/>
                  </a:schemeClr>
                </a:outerShdw>
              </a:effectLst>
            </p:spPr>
            <p:txBody>
              <a:bodyPr wrap="none" anchor="ctr"/>
              <a:lstStyle/>
              <a:p>
                <a:pPr eaLnBrk="1" hangingPunct="1">
                  <a:defRPr/>
                </a:pPr>
                <a:endParaRPr lang="en-CA" dirty="0"/>
              </a:p>
            </p:txBody>
          </p:sp>
          <p:sp>
            <p:nvSpPr>
              <p:cNvPr id="51211" name="Text Box 21">
                <a:extLst>
                  <a:ext uri="{FF2B5EF4-FFF2-40B4-BE49-F238E27FC236}">
                    <a16:creationId xmlns:a16="http://schemas.microsoft.com/office/drawing/2014/main" id="{B797283B-3295-4966-8717-136F0E06411E}"/>
                  </a:ext>
                </a:extLst>
              </p:cNvPr>
              <p:cNvSpPr txBox="1">
                <a:spLocks noChangeArrowheads="1"/>
              </p:cNvSpPr>
              <p:nvPr/>
            </p:nvSpPr>
            <p:spPr bwMode="auto">
              <a:xfrm>
                <a:off x="3020" y="2870"/>
                <a:ext cx="2362"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altLang="en-US" sz="1800" dirty="0">
                    <a:latin typeface="+mn-lt"/>
                  </a:rPr>
                  <a:t>Zara now has over 1500 women’s</a:t>
                </a:r>
                <a:br>
                  <a:rPr lang="en-US" altLang="en-US" sz="1800" dirty="0">
                    <a:latin typeface="+mn-lt"/>
                  </a:rPr>
                </a:br>
                <a:r>
                  <a:rPr lang="en-US" altLang="en-US" sz="1800" dirty="0">
                    <a:latin typeface="+mn-lt"/>
                  </a:rPr>
                  <a:t> clothing stores in 78 countries.</a:t>
                </a:r>
              </a:p>
              <a:p>
                <a:pPr eaLnBrk="1" hangingPunct="1">
                  <a:spcBef>
                    <a:spcPct val="0"/>
                  </a:spcBef>
                  <a:buFontTx/>
                  <a:buNone/>
                  <a:defRPr/>
                </a:pPr>
                <a:r>
                  <a:rPr lang="en-US" altLang="en-US" sz="1800" dirty="0">
                    <a:latin typeface="+mn-lt"/>
                  </a:rPr>
                  <a:t>Products move from design </a:t>
                </a:r>
                <a:br>
                  <a:rPr lang="en-US" altLang="en-US" sz="1800" dirty="0">
                    <a:latin typeface="+mn-lt"/>
                  </a:rPr>
                </a:br>
                <a:r>
                  <a:rPr lang="en-US" altLang="en-US" sz="1800" dirty="0">
                    <a:latin typeface="+mn-lt"/>
                  </a:rPr>
                  <a:t> through the supply chain and onto</a:t>
                </a:r>
                <a:br>
                  <a:rPr lang="en-US" altLang="en-US" sz="1800" dirty="0">
                    <a:latin typeface="+mn-lt"/>
                  </a:rPr>
                </a:br>
                <a:r>
                  <a:rPr lang="en-US" altLang="en-US" sz="1800" dirty="0">
                    <a:latin typeface="+mn-lt"/>
                  </a:rPr>
                  <a:t> the stores shelves in about two </a:t>
                </a:r>
                <a:br>
                  <a:rPr lang="en-US" altLang="en-US" sz="1800" dirty="0">
                    <a:latin typeface="+mn-lt"/>
                  </a:rPr>
                </a:br>
                <a:r>
                  <a:rPr lang="en-US" altLang="en-US" sz="1800" dirty="0">
                    <a:latin typeface="+mn-lt"/>
                  </a:rPr>
                  <a:t> weeks.</a:t>
                </a:r>
              </a:p>
            </p:txBody>
          </p:sp>
        </p:grpSp>
      </p:grpSp>
      <p:sp>
        <p:nvSpPr>
          <p:cNvPr id="2" name="Title 1">
            <a:extLst>
              <a:ext uri="{FF2B5EF4-FFF2-40B4-BE49-F238E27FC236}">
                <a16:creationId xmlns:a16="http://schemas.microsoft.com/office/drawing/2014/main" id="{6C700E7A-5614-4149-A23F-15BA7295DDB9}"/>
              </a:ext>
            </a:extLst>
          </p:cNvPr>
          <p:cNvSpPr>
            <a:spLocks noGrp="1"/>
          </p:cNvSpPr>
          <p:nvPr>
            <p:ph type="title"/>
          </p:nvPr>
        </p:nvSpPr>
        <p:spPr>
          <a:xfrm>
            <a:off x="1143000" y="0"/>
            <a:ext cx="7429500" cy="1658198"/>
          </a:xfrm>
        </p:spPr>
        <p:txBody>
          <a:bodyPr/>
          <a:lstStyle/>
          <a:p>
            <a:pPr>
              <a:defRPr/>
            </a:pPr>
            <a:r>
              <a:rPr lang="en-US" b="1" dirty="0"/>
              <a:t>Case in point: Zara</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4">
            <a:extLst>
              <a:ext uri="{FF2B5EF4-FFF2-40B4-BE49-F238E27FC236}">
                <a16:creationId xmlns:a16="http://schemas.microsoft.com/office/drawing/2014/main" id="{9ABDFA2D-4350-49EB-8261-5248787A1485}"/>
              </a:ext>
            </a:extLst>
          </p:cNvPr>
          <p:cNvSpPr>
            <a:spLocks noChangeArrowheads="1"/>
          </p:cNvSpPr>
          <p:nvPr/>
        </p:nvSpPr>
        <p:spPr bwMode="auto">
          <a:xfrm>
            <a:off x="5176838" y="2133600"/>
            <a:ext cx="3521075" cy="402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Clr>
                <a:srgbClr val="00B0F0"/>
              </a:buClr>
              <a:buFontTx/>
              <a:buChar char="•"/>
              <a:defRPr/>
            </a:pPr>
            <a:r>
              <a:rPr lang="en-US" altLang="en-US" i="1" dirty="0">
                <a:latin typeface="+mn-lt"/>
              </a:rPr>
              <a:t>Understand</a:t>
            </a:r>
            <a:r>
              <a:rPr lang="en-US" altLang="en-US" dirty="0">
                <a:latin typeface="+mn-lt"/>
              </a:rPr>
              <a:t> key benefits.</a:t>
            </a:r>
          </a:p>
          <a:p>
            <a:pPr eaLnBrk="1" hangingPunct="1">
              <a:spcBef>
                <a:spcPct val="0"/>
              </a:spcBef>
              <a:buClr>
                <a:srgbClr val="00B0F0"/>
              </a:buClr>
              <a:buFontTx/>
              <a:buChar char="•"/>
              <a:defRPr/>
            </a:pPr>
            <a:r>
              <a:rPr lang="en-US" altLang="en-US" i="1" dirty="0">
                <a:latin typeface="+mn-lt"/>
              </a:rPr>
              <a:t>Focus</a:t>
            </a:r>
            <a:r>
              <a:rPr lang="en-US" altLang="en-US" dirty="0">
                <a:latin typeface="+mn-lt"/>
              </a:rPr>
              <a:t> on key benefits.</a:t>
            </a:r>
          </a:p>
          <a:p>
            <a:pPr eaLnBrk="1" hangingPunct="1">
              <a:spcBef>
                <a:spcPct val="0"/>
              </a:spcBef>
              <a:buClr>
                <a:srgbClr val="00B0F0"/>
              </a:buClr>
              <a:buFontTx/>
              <a:buChar char="•"/>
              <a:defRPr/>
            </a:pPr>
            <a:r>
              <a:rPr lang="en-US" altLang="en-US" i="1" dirty="0">
                <a:latin typeface="+mn-lt"/>
              </a:rPr>
              <a:t>Eliminate</a:t>
            </a:r>
            <a:r>
              <a:rPr lang="en-US" altLang="en-US" dirty="0">
                <a:latin typeface="+mn-lt"/>
              </a:rPr>
              <a:t> cost of less strategic benefits.</a:t>
            </a:r>
          </a:p>
        </p:txBody>
      </p:sp>
      <p:sp>
        <p:nvSpPr>
          <p:cNvPr id="2" name="Title 1">
            <a:extLst>
              <a:ext uri="{FF2B5EF4-FFF2-40B4-BE49-F238E27FC236}">
                <a16:creationId xmlns:a16="http://schemas.microsoft.com/office/drawing/2014/main" id="{597B78BD-787B-44D1-BEA8-BAD43D08EC97}"/>
              </a:ext>
            </a:extLst>
          </p:cNvPr>
          <p:cNvSpPr>
            <a:spLocks noGrp="1"/>
          </p:cNvSpPr>
          <p:nvPr>
            <p:ph type="title"/>
          </p:nvPr>
        </p:nvSpPr>
        <p:spPr>
          <a:xfrm>
            <a:off x="1219200" y="76200"/>
            <a:ext cx="7353300" cy="1658198"/>
          </a:xfrm>
        </p:spPr>
        <p:txBody>
          <a:bodyPr/>
          <a:lstStyle/>
          <a:p>
            <a:pPr>
              <a:defRPr/>
            </a:pPr>
            <a:r>
              <a:rPr lang="en-US" b="1" dirty="0"/>
              <a:t>Balancing benefits with costs</a:t>
            </a:r>
          </a:p>
        </p:txBody>
      </p:sp>
      <p:pic>
        <p:nvPicPr>
          <p:cNvPr id="3" name="Picture 2">
            <a:extLst>
              <a:ext uri="{FF2B5EF4-FFF2-40B4-BE49-F238E27FC236}">
                <a16:creationId xmlns:a16="http://schemas.microsoft.com/office/drawing/2014/main" id="{4B4378FE-AE23-43E7-A22D-A903F03585A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28600" y="1905000"/>
            <a:ext cx="4823208" cy="3217079"/>
          </a:xfrm>
          <a:prstGeom prst="rect">
            <a:avLst/>
          </a:prstGeom>
        </p:spPr>
      </p:pic>
      <p:sp>
        <p:nvSpPr>
          <p:cNvPr id="4" name="TextBox 3">
            <a:extLst>
              <a:ext uri="{FF2B5EF4-FFF2-40B4-BE49-F238E27FC236}">
                <a16:creationId xmlns:a16="http://schemas.microsoft.com/office/drawing/2014/main" id="{2FEC5493-5076-4BF2-A3A4-3A3CF1886E41}"/>
              </a:ext>
            </a:extLst>
          </p:cNvPr>
          <p:cNvSpPr txBox="1"/>
          <p:nvPr/>
        </p:nvSpPr>
        <p:spPr>
          <a:xfrm>
            <a:off x="228600" y="5303024"/>
            <a:ext cx="4823208" cy="411976"/>
          </a:xfrm>
          <a:prstGeom prst="rect">
            <a:avLst/>
          </a:prstGeom>
          <a:noFill/>
        </p:spPr>
        <p:txBody>
          <a:bodyPr wrap="square" rtlCol="0">
            <a:spAutoFit/>
          </a:bodyPr>
          <a:lstStyle/>
          <a:p>
            <a:r>
              <a:rPr lang="en-US" sz="1000" dirty="0"/>
              <a:t>Furniture retailer IKEA focuses on what its customers value—low prices and great design.</a:t>
            </a:r>
            <a:endParaRPr lang="en-CA" sz="1000"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4">
            <a:extLst>
              <a:ext uri="{FF2B5EF4-FFF2-40B4-BE49-F238E27FC236}">
                <a16:creationId xmlns:a16="http://schemas.microsoft.com/office/drawing/2014/main" id="{372CE3B0-6D16-41BD-9F49-6ABEE897EF03}"/>
              </a:ext>
            </a:extLst>
          </p:cNvPr>
          <p:cNvSpPr>
            <a:spLocks noChangeArrowheads="1"/>
          </p:cNvSpPr>
          <p:nvPr/>
        </p:nvSpPr>
        <p:spPr bwMode="auto">
          <a:xfrm>
            <a:off x="1219200" y="1981200"/>
            <a:ext cx="2971800"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buClr>
                <a:srgbClr val="00B0F0"/>
              </a:buClr>
              <a:buSzPct val="75000"/>
              <a:buFont typeface="Wingdings" pitchFamily="2" charset="2"/>
              <a:buChar char="l"/>
              <a:defRPr/>
            </a:pPr>
            <a:r>
              <a:rPr lang="en-US" altLang="en-US" sz="2400" dirty="0">
                <a:latin typeface="+mn-lt"/>
              </a:rPr>
              <a:t>Take a long term view of customer relationships</a:t>
            </a:r>
          </a:p>
          <a:p>
            <a:pPr eaLnBrk="1" hangingPunct="1">
              <a:buClr>
                <a:srgbClr val="00B0F0"/>
              </a:buClr>
              <a:buSzPct val="75000"/>
              <a:buFont typeface="Wingdings" pitchFamily="2" charset="2"/>
              <a:buChar char="l"/>
              <a:defRPr/>
            </a:pPr>
            <a:r>
              <a:rPr lang="en-US" altLang="en-US" sz="2400" dirty="0">
                <a:latin typeface="+mn-lt"/>
              </a:rPr>
              <a:t>Use data to assist in maintaining the relationship</a:t>
            </a:r>
            <a:r>
              <a:rPr lang="en-US" altLang="en-US" dirty="0">
                <a:latin typeface="+mn-lt"/>
              </a:rPr>
              <a:t>  </a:t>
            </a:r>
          </a:p>
          <a:p>
            <a:pPr eaLnBrk="1" hangingPunct="1">
              <a:buClr>
                <a:schemeClr val="tx1"/>
              </a:buClr>
              <a:buSzPct val="75000"/>
              <a:buFont typeface="Wingdings" pitchFamily="2" charset="2"/>
              <a:buChar char="l"/>
              <a:defRPr/>
            </a:pPr>
            <a:endParaRPr lang="en-US" altLang="en-US" dirty="0"/>
          </a:p>
          <a:p>
            <a:pPr eaLnBrk="1" hangingPunct="1">
              <a:buClr>
                <a:schemeClr val="tx1"/>
              </a:buClr>
              <a:buSzPct val="75000"/>
              <a:buFont typeface="Wingdings" pitchFamily="2" charset="2"/>
              <a:buChar char="l"/>
              <a:defRPr/>
            </a:pPr>
            <a:endParaRPr lang="en-US" altLang="en-US" dirty="0"/>
          </a:p>
        </p:txBody>
      </p:sp>
      <p:sp>
        <p:nvSpPr>
          <p:cNvPr id="2" name="Title 1">
            <a:extLst>
              <a:ext uri="{FF2B5EF4-FFF2-40B4-BE49-F238E27FC236}">
                <a16:creationId xmlns:a16="http://schemas.microsoft.com/office/drawing/2014/main" id="{E8318C9E-4B0C-4BC3-AB66-BC79FF23ACAB}"/>
              </a:ext>
            </a:extLst>
          </p:cNvPr>
          <p:cNvSpPr>
            <a:spLocks noGrp="1"/>
          </p:cNvSpPr>
          <p:nvPr>
            <p:ph type="title"/>
          </p:nvPr>
        </p:nvSpPr>
        <p:spPr>
          <a:xfrm>
            <a:off x="1219200" y="76200"/>
            <a:ext cx="7353300" cy="1824018"/>
          </a:xfrm>
        </p:spPr>
        <p:txBody>
          <a:bodyPr/>
          <a:lstStyle/>
          <a:p>
            <a:pPr>
              <a:defRPr/>
            </a:pPr>
            <a:r>
              <a:rPr lang="en-US" b="1" dirty="0"/>
              <a:t>Building customer relationships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rcRect/>
          <a:stretch/>
        </p:blipFill>
        <p:spPr>
          <a:xfrm>
            <a:off x="5281820" y="1981200"/>
            <a:ext cx="2642980" cy="3203293"/>
          </a:xfrm>
          <a:prstGeom prst="rect">
            <a:avLst/>
          </a:prstGeom>
        </p:spPr>
      </p:pic>
      <p:sp>
        <p:nvSpPr>
          <p:cNvPr id="4" name="TextBox 3">
            <a:extLst>
              <a:ext uri="{FF2B5EF4-FFF2-40B4-BE49-F238E27FC236}">
                <a16:creationId xmlns:a16="http://schemas.microsoft.com/office/drawing/2014/main" id="{DA4304A1-6DB8-4B07-9376-C51B14A9C410}"/>
              </a:ext>
            </a:extLst>
          </p:cNvPr>
          <p:cNvSpPr txBox="1"/>
          <p:nvPr/>
        </p:nvSpPr>
        <p:spPr>
          <a:xfrm>
            <a:off x="5281820" y="5327132"/>
            <a:ext cx="2642980" cy="553998"/>
          </a:xfrm>
          <a:prstGeom prst="rect">
            <a:avLst/>
          </a:prstGeom>
          <a:noFill/>
        </p:spPr>
        <p:txBody>
          <a:bodyPr wrap="square" rtlCol="0">
            <a:spAutoFit/>
          </a:bodyPr>
          <a:lstStyle/>
          <a:p>
            <a:r>
              <a:rPr lang="en-US" sz="1000" dirty="0"/>
              <a:t>To help meet its sustainability commitments, Starbucks developed a lid that takes the place of a straw.</a:t>
            </a:r>
            <a:endParaRPr lang="en-CA" sz="1000"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4">
            <a:extLst>
              <a:ext uri="{FF2B5EF4-FFF2-40B4-BE49-F238E27FC236}">
                <a16:creationId xmlns:a16="http://schemas.microsoft.com/office/drawing/2014/main" id="{96FE6C49-D71A-43D1-A62D-2981C1C99ABF}"/>
              </a:ext>
            </a:extLst>
          </p:cNvPr>
          <p:cNvSpPr>
            <a:spLocks noChangeArrowheads="1"/>
          </p:cNvSpPr>
          <p:nvPr/>
        </p:nvSpPr>
        <p:spPr bwMode="auto">
          <a:xfrm>
            <a:off x="647700" y="2133600"/>
            <a:ext cx="7848600"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buClr>
                <a:srgbClr val="00B0F0"/>
              </a:buClr>
              <a:buSzPct val="75000"/>
              <a:buFont typeface="Wingdings" pitchFamily="2" charset="2"/>
              <a:buChar char="l"/>
              <a:defRPr/>
            </a:pPr>
            <a:r>
              <a:rPr lang="en-US" altLang="en-US" sz="2400" dirty="0">
                <a:latin typeface="+mn-lt"/>
              </a:rPr>
              <a:t>Embrace social media to connect better with customers</a:t>
            </a:r>
          </a:p>
          <a:p>
            <a:pPr eaLnBrk="1" hangingPunct="1">
              <a:buClr>
                <a:srgbClr val="00B0F0"/>
              </a:buClr>
              <a:buSzPct val="75000"/>
              <a:buFont typeface="Wingdings" pitchFamily="2" charset="2"/>
              <a:buChar char="l"/>
              <a:defRPr/>
            </a:pPr>
            <a:r>
              <a:rPr lang="en-US" altLang="en-US" sz="2400" dirty="0">
                <a:latin typeface="+mn-lt"/>
              </a:rPr>
              <a:t>91% of North American companies now use social media for marketing purposes</a:t>
            </a:r>
          </a:p>
          <a:p>
            <a:pPr eaLnBrk="1" hangingPunct="1">
              <a:buClr>
                <a:srgbClr val="00B0F0"/>
              </a:buClr>
              <a:buSzPct val="75000"/>
              <a:buFont typeface="Wingdings" pitchFamily="2" charset="2"/>
              <a:buChar char="l"/>
              <a:defRPr/>
            </a:pPr>
            <a:r>
              <a:rPr lang="en-US" altLang="en-US" sz="2400" dirty="0">
                <a:latin typeface="+mn-lt"/>
              </a:rPr>
              <a:t>Users are driving the way brands &amp; stores are interacting with social media</a:t>
            </a:r>
            <a:endParaRPr lang="en-US" altLang="en-US" dirty="0"/>
          </a:p>
          <a:p>
            <a:pPr marL="0" indent="0" eaLnBrk="1" hangingPunct="1">
              <a:buClr>
                <a:schemeClr val="tx1"/>
              </a:buClr>
              <a:buSzPct val="75000"/>
              <a:buFont typeface="Arial" pitchFamily="34" charset="0"/>
              <a:buNone/>
              <a:defRPr/>
            </a:pPr>
            <a:endParaRPr lang="en-US" altLang="en-US" dirty="0"/>
          </a:p>
        </p:txBody>
      </p:sp>
      <p:sp>
        <p:nvSpPr>
          <p:cNvPr id="2" name="Title 1">
            <a:extLst>
              <a:ext uri="{FF2B5EF4-FFF2-40B4-BE49-F238E27FC236}">
                <a16:creationId xmlns:a16="http://schemas.microsoft.com/office/drawing/2014/main" id="{CB27A732-929A-4595-B2E7-C2F3D35C9766}"/>
              </a:ext>
            </a:extLst>
          </p:cNvPr>
          <p:cNvSpPr>
            <a:spLocks noGrp="1"/>
          </p:cNvSpPr>
          <p:nvPr>
            <p:ph type="title"/>
          </p:nvPr>
        </p:nvSpPr>
        <p:spPr>
          <a:xfrm>
            <a:off x="1295400" y="152400"/>
            <a:ext cx="7277100" cy="1658198"/>
          </a:xfrm>
        </p:spPr>
        <p:txBody>
          <a:bodyPr/>
          <a:lstStyle/>
          <a:p>
            <a:pPr>
              <a:defRPr/>
            </a:pPr>
            <a:r>
              <a:rPr lang="en-US" b="1" dirty="0"/>
              <a:t>Connect with customers using social media</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7E12B-8889-406D-9381-AE294A9B70BC}"/>
              </a:ext>
            </a:extLst>
          </p:cNvPr>
          <p:cNvSpPr>
            <a:spLocks noGrp="1"/>
          </p:cNvSpPr>
          <p:nvPr>
            <p:ph type="title"/>
          </p:nvPr>
        </p:nvSpPr>
        <p:spPr>
          <a:xfrm>
            <a:off x="1146175" y="152400"/>
            <a:ext cx="6778625" cy="914400"/>
          </a:xfrm>
        </p:spPr>
        <p:txBody>
          <a:bodyPr/>
          <a:lstStyle/>
          <a:p>
            <a:pPr>
              <a:defRPr/>
            </a:pPr>
            <a:r>
              <a:rPr lang="en-US" b="1" dirty="0"/>
              <a:t>Why is marketing important?</a:t>
            </a:r>
          </a:p>
        </p:txBody>
      </p:sp>
      <p:pic>
        <p:nvPicPr>
          <p:cNvPr id="3" name="Picture 2">
            <a:extLst>
              <a:ext uri="{FF2B5EF4-FFF2-40B4-BE49-F238E27FC236}">
                <a16:creationId xmlns:a16="http://schemas.microsoft.com/office/drawing/2014/main" id="{25999652-DC76-4955-976C-493BDD9E506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511582" y="1219200"/>
            <a:ext cx="4270218" cy="4724400"/>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 Box 4">
            <a:extLst>
              <a:ext uri="{FF2B5EF4-FFF2-40B4-BE49-F238E27FC236}">
                <a16:creationId xmlns:a16="http://schemas.microsoft.com/office/drawing/2014/main" id="{C2CDB128-6D18-4D44-921B-34E0F229A0D3}"/>
              </a:ext>
            </a:extLst>
          </p:cNvPr>
          <p:cNvSpPr txBox="1">
            <a:spLocks noChangeArrowheads="1"/>
          </p:cNvSpPr>
          <p:nvPr/>
        </p:nvSpPr>
        <p:spPr bwMode="auto">
          <a:xfrm>
            <a:off x="1425575" y="2590800"/>
            <a:ext cx="629285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marL="342900" indent="-342900" eaLnBrk="1" hangingPunct="1">
              <a:spcBef>
                <a:spcPct val="0"/>
              </a:spcBef>
              <a:buClr>
                <a:srgbClr val="00B0F0"/>
              </a:buClr>
              <a:defRPr/>
            </a:pPr>
            <a:r>
              <a:rPr lang="en-US" altLang="en-US" sz="2400" dirty="0">
                <a:latin typeface="+mn-lt"/>
              </a:rPr>
              <a:t>Good are available to consumers from many countries from the far reaches of the globe</a:t>
            </a:r>
          </a:p>
          <a:p>
            <a:pPr marL="342900" indent="-342900" eaLnBrk="1" hangingPunct="1">
              <a:spcBef>
                <a:spcPct val="0"/>
              </a:spcBef>
              <a:buClr>
                <a:srgbClr val="00B0F0"/>
              </a:buClr>
              <a:defRPr/>
            </a:pPr>
            <a:r>
              <a:rPr lang="en-US" altLang="en-US" sz="2400" dirty="0">
                <a:latin typeface="+mn-lt"/>
              </a:rPr>
              <a:t>Must understand customers needs &amp; wants</a:t>
            </a:r>
          </a:p>
          <a:p>
            <a:pPr marL="342900" indent="-342900" eaLnBrk="1" hangingPunct="1">
              <a:spcBef>
                <a:spcPct val="0"/>
              </a:spcBef>
              <a:buClr>
                <a:srgbClr val="00B0F0"/>
              </a:buClr>
              <a:defRPr/>
            </a:pPr>
            <a:r>
              <a:rPr lang="en-US" altLang="en-US" sz="2400" dirty="0">
                <a:latin typeface="+mn-lt"/>
              </a:rPr>
              <a:t>Segment-by-segment, region-by-region</a:t>
            </a:r>
          </a:p>
        </p:txBody>
      </p:sp>
      <p:sp>
        <p:nvSpPr>
          <p:cNvPr id="2" name="Title 1">
            <a:extLst>
              <a:ext uri="{FF2B5EF4-FFF2-40B4-BE49-F238E27FC236}">
                <a16:creationId xmlns:a16="http://schemas.microsoft.com/office/drawing/2014/main" id="{4F775B9C-29D4-4125-A24A-D089DB63D937}"/>
              </a:ext>
            </a:extLst>
          </p:cNvPr>
          <p:cNvSpPr>
            <a:spLocks noGrp="1"/>
          </p:cNvSpPr>
          <p:nvPr>
            <p:ph type="title"/>
          </p:nvPr>
        </p:nvSpPr>
        <p:spPr>
          <a:xfrm>
            <a:off x="1219200" y="304800"/>
            <a:ext cx="7543800" cy="1658198"/>
          </a:xfrm>
        </p:spPr>
        <p:txBody>
          <a:bodyPr/>
          <a:lstStyle/>
          <a:p>
            <a:pPr>
              <a:defRPr/>
            </a:pPr>
            <a:r>
              <a:rPr lang="en-US" b="1" dirty="0"/>
              <a:t>Marketing expands firms’ global presence</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3AD7F-1E0C-4B7E-A805-1F0F31568217}"/>
              </a:ext>
            </a:extLst>
          </p:cNvPr>
          <p:cNvSpPr>
            <a:spLocks noGrp="1"/>
          </p:cNvSpPr>
          <p:nvPr>
            <p:ph type="title"/>
          </p:nvPr>
        </p:nvSpPr>
        <p:spPr>
          <a:xfrm>
            <a:off x="1143000" y="152400"/>
            <a:ext cx="7543800" cy="1143000"/>
          </a:xfrm>
        </p:spPr>
        <p:txBody>
          <a:bodyPr>
            <a:normAutofit fontScale="90000"/>
          </a:bodyPr>
          <a:lstStyle/>
          <a:p>
            <a:pPr>
              <a:defRPr/>
            </a:pPr>
            <a:r>
              <a:rPr lang="en-US" b="1" dirty="0"/>
              <a:t>Marketing is pervasive across channel members</a:t>
            </a:r>
          </a:p>
        </p:txBody>
      </p:sp>
      <p:sp>
        <p:nvSpPr>
          <p:cNvPr id="80898" name="Rectangle 4">
            <a:extLst>
              <a:ext uri="{FF2B5EF4-FFF2-40B4-BE49-F238E27FC236}">
                <a16:creationId xmlns:a16="http://schemas.microsoft.com/office/drawing/2014/main" id="{702036CF-B32D-4490-9D10-3E08B8A1505B}"/>
              </a:ext>
            </a:extLst>
          </p:cNvPr>
          <p:cNvSpPr>
            <a:spLocks noGrp="1" noChangeArrowheads="1"/>
          </p:cNvSpPr>
          <p:nvPr>
            <p:ph type="body" sz="half" idx="1"/>
          </p:nvPr>
        </p:nvSpPr>
        <p:spPr>
          <a:xfrm>
            <a:off x="838200" y="1600200"/>
            <a:ext cx="7693025" cy="1843088"/>
          </a:xfrm>
        </p:spPr>
        <p:txBody>
          <a:bodyPr/>
          <a:lstStyle/>
          <a:p>
            <a:pPr marL="342900" indent="-342900" eaLnBrk="1" hangingPunct="1">
              <a:buClr>
                <a:srgbClr val="00B0F0"/>
              </a:buClr>
              <a:buFont typeface="Arial" panose="020B0604020202020204" pitchFamily="34" charset="0"/>
              <a:buChar char="•"/>
            </a:pPr>
            <a:r>
              <a:rPr lang="en-US" altLang="en-US" sz="2400" b="0" dirty="0"/>
              <a:t>Each step in the supply chain involves marketing</a:t>
            </a:r>
          </a:p>
          <a:p>
            <a:pPr marL="342900" indent="-342900" eaLnBrk="1" hangingPunct="1">
              <a:buClr>
                <a:srgbClr val="00B0F0"/>
              </a:buClr>
              <a:buFont typeface="Arial" panose="020B0604020202020204" pitchFamily="34" charset="0"/>
              <a:buChar char="•"/>
            </a:pPr>
            <a:r>
              <a:rPr lang="en-US" altLang="en-US" sz="2400" b="0" dirty="0"/>
              <a:t>All members in the chain must ultimately focus on creating value for their customer and the end user consumer</a:t>
            </a:r>
          </a:p>
        </p:txBody>
      </p:sp>
      <p:pic>
        <p:nvPicPr>
          <p:cNvPr id="80901" name="Picture 6">
            <a:extLst>
              <a:ext uri="{FF2B5EF4-FFF2-40B4-BE49-F238E27FC236}">
                <a16:creationId xmlns:a16="http://schemas.microsoft.com/office/drawing/2014/main" id="{B7DB9D12-015B-469A-8191-C0DFFF9096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p:blipFill>
        <p:spPr bwMode="auto">
          <a:xfrm>
            <a:off x="125845" y="3463925"/>
            <a:ext cx="8739909" cy="240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9" name="Text Box 3">
            <a:extLst>
              <a:ext uri="{FF2B5EF4-FFF2-40B4-BE49-F238E27FC236}">
                <a16:creationId xmlns:a16="http://schemas.microsoft.com/office/drawing/2014/main" id="{DB49C562-D0A8-4AE4-B3EB-709EC51C4E2E}"/>
              </a:ext>
            </a:extLst>
          </p:cNvPr>
          <p:cNvSpPr txBox="1">
            <a:spLocks noChangeArrowheads="1"/>
          </p:cNvSpPr>
          <p:nvPr/>
        </p:nvSpPr>
        <p:spPr bwMode="auto">
          <a:xfrm>
            <a:off x="223838" y="2438400"/>
            <a:ext cx="8440737" cy="227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lvl="2" eaLnBrk="1" hangingPunct="1">
              <a:spcBef>
                <a:spcPct val="0"/>
              </a:spcBef>
              <a:buFontTx/>
              <a:buNone/>
              <a:defRPr/>
            </a:pPr>
            <a:r>
              <a:rPr lang="en-US" altLang="en-US" b="1" dirty="0">
                <a:latin typeface="+mn-lt"/>
              </a:rPr>
              <a:t>Which of the following would NOT be considered part of a supply chain? </a:t>
            </a:r>
          </a:p>
          <a:p>
            <a:pPr eaLnBrk="1" hangingPunct="1">
              <a:spcBef>
                <a:spcPct val="0"/>
              </a:spcBef>
              <a:buFontTx/>
              <a:buNone/>
              <a:defRPr/>
            </a:pPr>
            <a:r>
              <a:rPr lang="en-US" altLang="en-US" sz="2000" dirty="0">
                <a:latin typeface="+mn-lt"/>
              </a:rPr>
              <a:t>	A)	consumer </a:t>
            </a:r>
          </a:p>
          <a:p>
            <a:pPr eaLnBrk="1" hangingPunct="1">
              <a:spcBef>
                <a:spcPct val="0"/>
              </a:spcBef>
              <a:buFontTx/>
              <a:buNone/>
              <a:defRPr/>
            </a:pPr>
            <a:r>
              <a:rPr lang="en-US" altLang="en-US" sz="2000" dirty="0">
                <a:latin typeface="+mn-lt"/>
              </a:rPr>
              <a:t>	B)	retailer </a:t>
            </a:r>
          </a:p>
          <a:p>
            <a:pPr eaLnBrk="1" hangingPunct="1">
              <a:spcBef>
                <a:spcPct val="0"/>
              </a:spcBef>
              <a:buFontTx/>
              <a:buNone/>
              <a:defRPr/>
            </a:pPr>
            <a:r>
              <a:rPr lang="en-US" altLang="en-US" sz="2000" dirty="0">
                <a:latin typeface="+mn-lt"/>
              </a:rPr>
              <a:t>	C)	manufacturer </a:t>
            </a:r>
          </a:p>
          <a:p>
            <a:pPr eaLnBrk="1" hangingPunct="1">
              <a:spcBef>
                <a:spcPct val="0"/>
              </a:spcBef>
              <a:buFontTx/>
              <a:buNone/>
              <a:defRPr/>
            </a:pPr>
            <a:r>
              <a:rPr lang="en-US" altLang="en-US" sz="2000" dirty="0">
                <a:latin typeface="+mn-lt"/>
              </a:rPr>
              <a:t>	D)	customer service representative </a:t>
            </a:r>
          </a:p>
          <a:p>
            <a:pPr eaLnBrk="1" hangingPunct="1">
              <a:spcBef>
                <a:spcPct val="0"/>
              </a:spcBef>
              <a:buFontTx/>
              <a:buNone/>
              <a:defRPr/>
            </a:pPr>
            <a:endParaRPr lang="en-US" altLang="en-US" sz="2200" dirty="0">
              <a:latin typeface="Verdana" pitchFamily="34" charset="0"/>
            </a:endParaRPr>
          </a:p>
        </p:txBody>
      </p:sp>
      <p:grpSp>
        <p:nvGrpSpPr>
          <p:cNvPr id="8" name="Group 8">
            <a:extLst>
              <a:ext uri="{FF2B5EF4-FFF2-40B4-BE49-F238E27FC236}">
                <a16:creationId xmlns:a16="http://schemas.microsoft.com/office/drawing/2014/main" id="{C9C5504F-47A2-4903-B3E5-9A5FC39F3466}"/>
              </a:ext>
            </a:extLst>
          </p:cNvPr>
          <p:cNvGrpSpPr>
            <a:grpSpLocks/>
          </p:cNvGrpSpPr>
          <p:nvPr/>
        </p:nvGrpSpPr>
        <p:grpSpPr bwMode="auto">
          <a:xfrm>
            <a:off x="1219200" y="609600"/>
            <a:ext cx="7162800" cy="1295400"/>
            <a:chOff x="576" y="192"/>
            <a:chExt cx="4512" cy="816"/>
          </a:xfrm>
          <a:solidFill>
            <a:schemeClr val="accent2"/>
          </a:solidFill>
        </p:grpSpPr>
        <p:sp>
          <p:nvSpPr>
            <p:cNvPr id="9" name="Rounded Rectangle 8">
              <a:extLst>
                <a:ext uri="{FF2B5EF4-FFF2-40B4-BE49-F238E27FC236}">
                  <a16:creationId xmlns:a16="http://schemas.microsoft.com/office/drawing/2014/main" id="{D4EADFC9-E427-4B49-B7A6-86C139443C23}"/>
                </a:ext>
              </a:extLst>
            </p:cNvPr>
            <p:cNvSpPr/>
            <p:nvPr/>
          </p:nvSpPr>
          <p:spPr>
            <a:xfrm>
              <a:off x="576" y="192"/>
              <a:ext cx="4512" cy="816"/>
            </a:xfrm>
            <a:prstGeom prst="roundRect">
              <a:avLst/>
            </a:prstGeom>
            <a:grp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2945" tIns="41473" rIns="82945" bIns="41473" anchor="ctr"/>
            <a:lstStyle/>
            <a:p>
              <a:pPr algn="ctr" eaLnBrk="1" fontAlgn="auto" hangingPunct="1">
                <a:spcBef>
                  <a:spcPts val="0"/>
                </a:spcBef>
                <a:spcAft>
                  <a:spcPts val="0"/>
                </a:spcAft>
                <a:defRPr/>
              </a:pPr>
              <a:endParaRPr lang="en-US" dirty="0">
                <a:latin typeface="+mj-lt"/>
              </a:endParaRPr>
            </a:p>
          </p:txBody>
        </p:sp>
        <p:sp>
          <p:nvSpPr>
            <p:cNvPr id="10" name="Text Box 7">
              <a:extLst>
                <a:ext uri="{FF2B5EF4-FFF2-40B4-BE49-F238E27FC236}">
                  <a16:creationId xmlns:a16="http://schemas.microsoft.com/office/drawing/2014/main" id="{B0389BC9-4E93-4C20-82B4-40E87BE5952D}"/>
                </a:ext>
              </a:extLst>
            </p:cNvPr>
            <p:cNvSpPr txBox="1">
              <a:spLocks noChangeArrowheads="1"/>
            </p:cNvSpPr>
            <p:nvPr/>
          </p:nvSpPr>
          <p:spPr bwMode="auto">
            <a:xfrm>
              <a:off x="624" y="384"/>
              <a:ext cx="4416"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algn="ctr" eaLnBrk="1" hangingPunct="1">
                <a:spcBef>
                  <a:spcPct val="0"/>
                </a:spcBef>
                <a:buFontTx/>
                <a:buNone/>
                <a:defRPr/>
              </a:pPr>
              <a:r>
                <a:rPr lang="en-US" altLang="en-US" sz="3200" b="1" dirty="0">
                  <a:solidFill>
                    <a:schemeClr val="bg1"/>
                  </a:solidFill>
                  <a:latin typeface="+mj-lt"/>
                </a:rPr>
                <a:t>Test Your Knowledge</a:t>
              </a:r>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9" name="Text Box 3">
            <a:extLst>
              <a:ext uri="{FF2B5EF4-FFF2-40B4-BE49-F238E27FC236}">
                <a16:creationId xmlns:a16="http://schemas.microsoft.com/office/drawing/2014/main" id="{DB49C562-D0A8-4AE4-B3EB-709EC51C4E2E}"/>
              </a:ext>
            </a:extLst>
          </p:cNvPr>
          <p:cNvSpPr txBox="1">
            <a:spLocks noChangeArrowheads="1"/>
          </p:cNvSpPr>
          <p:nvPr/>
        </p:nvSpPr>
        <p:spPr bwMode="auto">
          <a:xfrm>
            <a:off x="223838" y="2438400"/>
            <a:ext cx="8440737" cy="227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lvl="2" eaLnBrk="1" hangingPunct="1">
              <a:spcBef>
                <a:spcPct val="0"/>
              </a:spcBef>
              <a:buFontTx/>
              <a:buNone/>
              <a:defRPr/>
            </a:pPr>
            <a:r>
              <a:rPr lang="en-US" altLang="en-US" b="1" dirty="0">
                <a:latin typeface="+mn-lt"/>
              </a:rPr>
              <a:t>Which of the following would NOT be considered part of a supply chain? </a:t>
            </a:r>
          </a:p>
          <a:p>
            <a:pPr eaLnBrk="1" hangingPunct="1">
              <a:spcBef>
                <a:spcPct val="0"/>
              </a:spcBef>
              <a:buFontTx/>
              <a:buNone/>
              <a:defRPr/>
            </a:pPr>
            <a:r>
              <a:rPr lang="en-US" altLang="en-US" sz="2000" dirty="0">
                <a:latin typeface="+mn-lt"/>
              </a:rPr>
              <a:t>	A)	consumer </a:t>
            </a:r>
          </a:p>
          <a:p>
            <a:pPr eaLnBrk="1" hangingPunct="1">
              <a:spcBef>
                <a:spcPct val="0"/>
              </a:spcBef>
              <a:buFontTx/>
              <a:buNone/>
              <a:defRPr/>
            </a:pPr>
            <a:r>
              <a:rPr lang="en-US" altLang="en-US" sz="2000" dirty="0">
                <a:latin typeface="+mn-lt"/>
              </a:rPr>
              <a:t>	B)	retailer </a:t>
            </a:r>
          </a:p>
          <a:p>
            <a:pPr eaLnBrk="1" hangingPunct="1">
              <a:spcBef>
                <a:spcPct val="0"/>
              </a:spcBef>
              <a:buFontTx/>
              <a:buNone/>
              <a:defRPr/>
            </a:pPr>
            <a:r>
              <a:rPr lang="en-US" altLang="en-US" sz="2000" dirty="0">
                <a:latin typeface="+mn-lt"/>
              </a:rPr>
              <a:t>	C)	manufacturer </a:t>
            </a:r>
          </a:p>
          <a:p>
            <a:pPr eaLnBrk="1" hangingPunct="1">
              <a:spcBef>
                <a:spcPct val="0"/>
              </a:spcBef>
              <a:buFontTx/>
              <a:buNone/>
              <a:defRPr/>
            </a:pPr>
            <a:r>
              <a:rPr lang="en-US" altLang="en-US" sz="2000" dirty="0">
                <a:latin typeface="+mn-lt"/>
              </a:rPr>
              <a:t>	</a:t>
            </a:r>
            <a:r>
              <a:rPr lang="en-US" altLang="en-US" sz="2000" b="1" dirty="0">
                <a:latin typeface="+mn-lt"/>
              </a:rPr>
              <a:t>D)	customer service representative </a:t>
            </a:r>
          </a:p>
          <a:p>
            <a:pPr eaLnBrk="1" hangingPunct="1">
              <a:spcBef>
                <a:spcPct val="0"/>
              </a:spcBef>
              <a:buFontTx/>
              <a:buNone/>
              <a:defRPr/>
            </a:pPr>
            <a:endParaRPr lang="en-US" altLang="en-US" sz="2200" dirty="0">
              <a:latin typeface="Verdana" pitchFamily="34" charset="0"/>
            </a:endParaRPr>
          </a:p>
        </p:txBody>
      </p:sp>
      <p:grpSp>
        <p:nvGrpSpPr>
          <p:cNvPr id="8" name="Group 8">
            <a:extLst>
              <a:ext uri="{FF2B5EF4-FFF2-40B4-BE49-F238E27FC236}">
                <a16:creationId xmlns:a16="http://schemas.microsoft.com/office/drawing/2014/main" id="{C9C5504F-47A2-4903-B3E5-9A5FC39F3466}"/>
              </a:ext>
            </a:extLst>
          </p:cNvPr>
          <p:cNvGrpSpPr>
            <a:grpSpLocks/>
          </p:cNvGrpSpPr>
          <p:nvPr/>
        </p:nvGrpSpPr>
        <p:grpSpPr bwMode="auto">
          <a:xfrm>
            <a:off x="1219200" y="609600"/>
            <a:ext cx="7162800" cy="1295400"/>
            <a:chOff x="576" y="192"/>
            <a:chExt cx="4512" cy="816"/>
          </a:xfrm>
          <a:solidFill>
            <a:schemeClr val="accent2"/>
          </a:solidFill>
        </p:grpSpPr>
        <p:sp>
          <p:nvSpPr>
            <p:cNvPr id="9" name="Rounded Rectangle 8">
              <a:extLst>
                <a:ext uri="{FF2B5EF4-FFF2-40B4-BE49-F238E27FC236}">
                  <a16:creationId xmlns:a16="http://schemas.microsoft.com/office/drawing/2014/main" id="{D4EADFC9-E427-4B49-B7A6-86C139443C23}"/>
                </a:ext>
              </a:extLst>
            </p:cNvPr>
            <p:cNvSpPr/>
            <p:nvPr/>
          </p:nvSpPr>
          <p:spPr>
            <a:xfrm>
              <a:off x="576" y="192"/>
              <a:ext cx="4512" cy="816"/>
            </a:xfrm>
            <a:prstGeom prst="roundRect">
              <a:avLst/>
            </a:prstGeom>
            <a:grpFill/>
            <a:ln w="1016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82945" tIns="41473" rIns="82945" bIns="41473" anchor="ctr"/>
            <a:lstStyle/>
            <a:p>
              <a:pPr algn="ctr" eaLnBrk="1" fontAlgn="auto" hangingPunct="1">
                <a:spcBef>
                  <a:spcPts val="0"/>
                </a:spcBef>
                <a:spcAft>
                  <a:spcPts val="0"/>
                </a:spcAft>
                <a:defRPr/>
              </a:pPr>
              <a:endParaRPr lang="en-US" dirty="0">
                <a:latin typeface="+mj-lt"/>
              </a:endParaRPr>
            </a:p>
          </p:txBody>
        </p:sp>
        <p:sp>
          <p:nvSpPr>
            <p:cNvPr id="10" name="Text Box 7">
              <a:extLst>
                <a:ext uri="{FF2B5EF4-FFF2-40B4-BE49-F238E27FC236}">
                  <a16:creationId xmlns:a16="http://schemas.microsoft.com/office/drawing/2014/main" id="{B0389BC9-4E93-4C20-82B4-40E87BE5952D}"/>
                </a:ext>
              </a:extLst>
            </p:cNvPr>
            <p:cNvSpPr txBox="1">
              <a:spLocks noChangeArrowheads="1"/>
            </p:cNvSpPr>
            <p:nvPr/>
          </p:nvSpPr>
          <p:spPr bwMode="auto">
            <a:xfrm>
              <a:off x="624" y="384"/>
              <a:ext cx="4416" cy="3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algn="ctr" eaLnBrk="1" hangingPunct="1">
                <a:spcBef>
                  <a:spcPct val="0"/>
                </a:spcBef>
                <a:buFontTx/>
                <a:buNone/>
                <a:defRPr/>
              </a:pPr>
              <a:r>
                <a:rPr lang="en-US" altLang="en-US" sz="3200" b="1" dirty="0">
                  <a:solidFill>
                    <a:schemeClr val="bg1"/>
                  </a:solidFill>
                  <a:latin typeface="+mj-lt"/>
                </a:rPr>
                <a:t>Test Your Knowledge</a:t>
              </a:r>
            </a:p>
          </p:txBody>
        </p:sp>
      </p:grpSp>
    </p:spTree>
    <p:extLst>
      <p:ext uri="{BB962C8B-B14F-4D97-AF65-F5344CB8AC3E}">
        <p14:creationId xmlns:p14="http://schemas.microsoft.com/office/powerpoint/2010/main" val="2532083747"/>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Text Box 5">
            <a:extLst>
              <a:ext uri="{FF2B5EF4-FFF2-40B4-BE49-F238E27FC236}">
                <a16:creationId xmlns:a16="http://schemas.microsoft.com/office/drawing/2014/main" id="{81E1F00F-C86C-43F7-B360-995BFB0D20DF}"/>
              </a:ext>
            </a:extLst>
          </p:cNvPr>
          <p:cNvSpPr txBox="1">
            <a:spLocks noChangeArrowheads="1"/>
          </p:cNvSpPr>
          <p:nvPr/>
        </p:nvSpPr>
        <p:spPr bwMode="auto">
          <a:xfrm>
            <a:off x="922338" y="1905000"/>
            <a:ext cx="705167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eaLnBrk="1" hangingPunct="1">
              <a:spcBef>
                <a:spcPct val="0"/>
              </a:spcBef>
              <a:buFontTx/>
              <a:buNone/>
              <a:defRPr/>
            </a:pPr>
            <a:r>
              <a:rPr lang="en-US" sz="2400" dirty="0">
                <a:latin typeface="+mn-lt"/>
              </a:rPr>
              <a:t>Canadian companies recognize that a strong social orientation is in both their and their customers’ best interests. It shows the consumer that the firm can be trusted with their business.</a:t>
            </a:r>
            <a:endParaRPr lang="en-US" altLang="en-US" sz="2400" dirty="0">
              <a:latin typeface="+mn-lt"/>
            </a:endParaRPr>
          </a:p>
        </p:txBody>
      </p:sp>
      <p:sp>
        <p:nvSpPr>
          <p:cNvPr id="2" name="Title 1">
            <a:extLst>
              <a:ext uri="{FF2B5EF4-FFF2-40B4-BE49-F238E27FC236}">
                <a16:creationId xmlns:a16="http://schemas.microsoft.com/office/drawing/2014/main" id="{75EE0124-3EFC-4347-B228-15846D33EA50}"/>
              </a:ext>
            </a:extLst>
          </p:cNvPr>
          <p:cNvSpPr>
            <a:spLocks noGrp="1"/>
          </p:cNvSpPr>
          <p:nvPr>
            <p:ph type="title"/>
          </p:nvPr>
        </p:nvSpPr>
        <p:spPr>
          <a:xfrm>
            <a:off x="1169987" y="76200"/>
            <a:ext cx="7402513" cy="1658198"/>
          </a:xfrm>
        </p:spPr>
        <p:txBody>
          <a:bodyPr/>
          <a:lstStyle/>
          <a:p>
            <a:pPr>
              <a:defRPr/>
            </a:pPr>
            <a:r>
              <a:rPr lang="en-US" b="1" dirty="0"/>
              <a:t>Marketing Enriches society</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Text Box 5">
            <a:extLst>
              <a:ext uri="{FF2B5EF4-FFF2-40B4-BE49-F238E27FC236}">
                <a16:creationId xmlns:a16="http://schemas.microsoft.com/office/drawing/2014/main" id="{81E1F00F-C86C-43F7-B360-995BFB0D20DF}"/>
              </a:ext>
            </a:extLst>
          </p:cNvPr>
          <p:cNvSpPr txBox="1">
            <a:spLocks noChangeArrowheads="1"/>
          </p:cNvSpPr>
          <p:nvPr/>
        </p:nvSpPr>
        <p:spPr bwMode="auto">
          <a:xfrm>
            <a:off x="922338" y="1905000"/>
            <a:ext cx="70516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spcBef>
                <a:spcPct val="20000"/>
              </a:spcBef>
              <a:buFont typeface="Arial" pitchFamily="34" charset="0"/>
              <a:buChar char="•"/>
              <a:defRPr sz="2800">
                <a:solidFill>
                  <a:schemeClr val="tx1"/>
                </a:solidFill>
                <a:latin typeface="Arial" pitchFamily="34" charset="0"/>
              </a:defRPr>
            </a:lvl1pPr>
            <a:lvl2pPr marL="742950" indent="-285750" eaLnBrk="0" hangingPunct="0">
              <a:spcBef>
                <a:spcPct val="20000"/>
              </a:spcBef>
              <a:buFont typeface="Arial" pitchFamily="34" charset="0"/>
              <a:buChar char="–"/>
              <a:defRPr sz="2400">
                <a:solidFill>
                  <a:schemeClr val="tx1"/>
                </a:solidFill>
                <a:latin typeface="Arial" pitchFamily="34" charset="0"/>
              </a:defRPr>
            </a:lvl2pPr>
            <a:lvl3pPr marL="1143000" indent="-228600" eaLnBrk="0" hangingPunct="0">
              <a:spcBef>
                <a:spcPct val="20000"/>
              </a:spcBef>
              <a:buFont typeface="Arial" pitchFamily="34" charset="0"/>
              <a:buChar char="•"/>
              <a:defRPr sz="2000">
                <a:solidFill>
                  <a:schemeClr val="tx1"/>
                </a:solidFill>
                <a:latin typeface="Arial" pitchFamily="34" charset="0"/>
              </a:defRPr>
            </a:lvl3pPr>
            <a:lvl4pPr marL="1600200" indent="-228600" eaLnBrk="0" hangingPunct="0">
              <a:spcBef>
                <a:spcPct val="20000"/>
              </a:spcBef>
              <a:buFont typeface="Arial" pitchFamily="34" charset="0"/>
              <a:buChar char="–"/>
              <a:defRPr>
                <a:solidFill>
                  <a:schemeClr val="tx1"/>
                </a:solidFill>
                <a:latin typeface="Arial" pitchFamily="34" charset="0"/>
              </a:defRPr>
            </a:lvl4pPr>
            <a:lvl5pPr marL="2057400" indent="-228600" eaLnBrk="0" hangingPunct="0">
              <a:spcBef>
                <a:spcPct val="20000"/>
              </a:spcBef>
              <a:buFont typeface="Arial" pitchFamily="34" charset="0"/>
              <a:buChar char="»"/>
              <a:defRPr>
                <a:solidFill>
                  <a:schemeClr val="tx1"/>
                </a:solidFill>
                <a:latin typeface="Arial" pitchFamily="34" charset="0"/>
              </a:defRPr>
            </a:lvl5pPr>
            <a:lvl6pPr marL="2514600" indent="-228600" eaLnBrk="0" fontAlgn="base" hangingPunct="0">
              <a:spcBef>
                <a:spcPct val="20000"/>
              </a:spcBef>
              <a:spcAft>
                <a:spcPct val="0"/>
              </a:spcAft>
              <a:buFont typeface="Arial" pitchFamily="34" charset="0"/>
              <a:buChar char="»"/>
              <a:defRPr>
                <a:solidFill>
                  <a:schemeClr val="tx1"/>
                </a:solidFill>
                <a:latin typeface="Arial" pitchFamily="34" charset="0"/>
              </a:defRPr>
            </a:lvl6pPr>
            <a:lvl7pPr marL="2971800" indent="-228600" eaLnBrk="0" fontAlgn="base" hangingPunct="0">
              <a:spcBef>
                <a:spcPct val="20000"/>
              </a:spcBef>
              <a:spcAft>
                <a:spcPct val="0"/>
              </a:spcAft>
              <a:buFont typeface="Arial" pitchFamily="34" charset="0"/>
              <a:buChar char="»"/>
              <a:defRPr>
                <a:solidFill>
                  <a:schemeClr val="tx1"/>
                </a:solidFill>
                <a:latin typeface="Arial" pitchFamily="34" charset="0"/>
              </a:defRPr>
            </a:lvl7pPr>
            <a:lvl8pPr marL="3429000" indent="-228600" eaLnBrk="0" fontAlgn="base" hangingPunct="0">
              <a:spcBef>
                <a:spcPct val="20000"/>
              </a:spcBef>
              <a:spcAft>
                <a:spcPct val="0"/>
              </a:spcAft>
              <a:buFont typeface="Arial" pitchFamily="34" charset="0"/>
              <a:buChar char="»"/>
              <a:defRPr>
                <a:solidFill>
                  <a:schemeClr val="tx1"/>
                </a:solidFill>
                <a:latin typeface="Arial" pitchFamily="34" charset="0"/>
              </a:defRPr>
            </a:lvl8pPr>
            <a:lvl9pPr marL="3886200" indent="-228600" eaLnBrk="0" fontAlgn="base" hangingPunct="0">
              <a:spcBef>
                <a:spcPct val="20000"/>
              </a:spcBef>
              <a:spcAft>
                <a:spcPct val="0"/>
              </a:spcAft>
              <a:buFont typeface="Arial" pitchFamily="34" charset="0"/>
              <a:buChar char="»"/>
              <a:defRPr>
                <a:solidFill>
                  <a:schemeClr val="tx1"/>
                </a:solidFill>
                <a:latin typeface="Arial" pitchFamily="34" charset="0"/>
              </a:defRPr>
            </a:lvl9pPr>
          </a:lstStyle>
          <a:p>
            <a:pPr algn="ctr" eaLnBrk="1" hangingPunct="1">
              <a:spcBef>
                <a:spcPct val="0"/>
              </a:spcBef>
              <a:buFontTx/>
              <a:buNone/>
              <a:defRPr/>
            </a:pPr>
            <a:r>
              <a:rPr lang="en-US" altLang="en-US" sz="2400" dirty="0">
                <a:latin typeface="+mn-lt"/>
              </a:rPr>
              <a:t>Though important to large firms, marketing is equally important to the success of small ventures—especially new ventures.</a:t>
            </a:r>
          </a:p>
        </p:txBody>
      </p:sp>
      <p:sp>
        <p:nvSpPr>
          <p:cNvPr id="2" name="Title 1">
            <a:extLst>
              <a:ext uri="{FF2B5EF4-FFF2-40B4-BE49-F238E27FC236}">
                <a16:creationId xmlns:a16="http://schemas.microsoft.com/office/drawing/2014/main" id="{75EE0124-3EFC-4347-B228-15846D33EA50}"/>
              </a:ext>
            </a:extLst>
          </p:cNvPr>
          <p:cNvSpPr>
            <a:spLocks noGrp="1"/>
          </p:cNvSpPr>
          <p:nvPr>
            <p:ph type="title"/>
          </p:nvPr>
        </p:nvSpPr>
        <p:spPr>
          <a:xfrm>
            <a:off x="1169987" y="152400"/>
            <a:ext cx="7402513" cy="1658198"/>
          </a:xfrm>
        </p:spPr>
        <p:txBody>
          <a:bodyPr>
            <a:normAutofit/>
          </a:bodyPr>
          <a:lstStyle/>
          <a:p>
            <a:pPr>
              <a:defRPr/>
            </a:pPr>
            <a:r>
              <a:rPr lang="en-US" sz="4400" b="1" dirty="0"/>
              <a:t>Marketing can be entrepreneurial</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p:blipFill>
        <p:spPr>
          <a:xfrm>
            <a:off x="1174469" y="3105150"/>
            <a:ext cx="2635531" cy="212687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rcRect/>
          <a:stretch/>
        </p:blipFill>
        <p:spPr>
          <a:xfrm>
            <a:off x="4800600" y="3105150"/>
            <a:ext cx="2927086" cy="2089939"/>
          </a:xfrm>
          <a:prstGeom prst="rect">
            <a:avLst/>
          </a:prstGeom>
        </p:spPr>
      </p:pic>
      <p:sp>
        <p:nvSpPr>
          <p:cNvPr id="3" name="TextBox 2">
            <a:extLst>
              <a:ext uri="{FF2B5EF4-FFF2-40B4-BE49-F238E27FC236}">
                <a16:creationId xmlns:a16="http://schemas.microsoft.com/office/drawing/2014/main" id="{0EE68FE8-9234-4860-9DC2-725A573C6EF7}"/>
              </a:ext>
            </a:extLst>
          </p:cNvPr>
          <p:cNvSpPr txBox="1"/>
          <p:nvPr/>
        </p:nvSpPr>
        <p:spPr>
          <a:xfrm>
            <a:off x="1174469" y="5334000"/>
            <a:ext cx="2819400" cy="553998"/>
          </a:xfrm>
          <a:prstGeom prst="rect">
            <a:avLst/>
          </a:prstGeom>
          <a:noFill/>
        </p:spPr>
        <p:txBody>
          <a:bodyPr wrap="square" rtlCol="0">
            <a:spAutoFit/>
          </a:bodyPr>
          <a:lstStyle/>
          <a:p>
            <a:r>
              <a:rPr lang="en-US" sz="1000" dirty="0"/>
              <a:t>Dani Reiss has grown Canada Goose into a premium outerwear company sold around the world.</a:t>
            </a:r>
            <a:endParaRPr lang="en-CA" sz="1000" dirty="0"/>
          </a:p>
        </p:txBody>
      </p:sp>
      <p:sp>
        <p:nvSpPr>
          <p:cNvPr id="7" name="TextBox 6">
            <a:extLst>
              <a:ext uri="{FF2B5EF4-FFF2-40B4-BE49-F238E27FC236}">
                <a16:creationId xmlns:a16="http://schemas.microsoft.com/office/drawing/2014/main" id="{93F4E7CE-49FE-4D52-A4E0-93240E9962A5}"/>
              </a:ext>
            </a:extLst>
          </p:cNvPr>
          <p:cNvSpPr txBox="1"/>
          <p:nvPr/>
        </p:nvSpPr>
        <p:spPr>
          <a:xfrm>
            <a:off x="4885874" y="5249952"/>
            <a:ext cx="2819400" cy="553998"/>
          </a:xfrm>
          <a:prstGeom prst="rect">
            <a:avLst/>
          </a:prstGeom>
          <a:noFill/>
        </p:spPr>
        <p:txBody>
          <a:bodyPr wrap="square" rtlCol="0">
            <a:spAutoFit/>
          </a:bodyPr>
          <a:lstStyle/>
          <a:p>
            <a:r>
              <a:rPr lang="en-US" sz="1000" dirty="0"/>
              <a:t>Tonia Jahshan successfully parlayed her love of tea from a small business into a global empire worth more than $20 million.</a:t>
            </a:r>
            <a:endParaRPr lang="en-CA" sz="1000" dirty="0"/>
          </a:p>
        </p:txBody>
      </p:sp>
    </p:spTree>
    <p:extLst>
      <p:ext uri="{BB962C8B-B14F-4D97-AF65-F5344CB8AC3E}">
        <p14:creationId xmlns:p14="http://schemas.microsoft.com/office/powerpoint/2010/main" val="2332926124"/>
      </p:ext>
    </p:extLst>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Essential">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2.xml><?xml version="1.0" encoding="utf-8"?>
<a:theme xmlns:a="http://schemas.openxmlformats.org/drawingml/2006/main" name="Theme1a">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extLst>
    <a:ext uri="{05A4C25C-085E-4340-85A3-A5531E510DB2}">
      <thm15:themeFamily xmlns:thm15="http://schemas.microsoft.com/office/thememl/2012/main" name="Theme1a" id="{67C438C8-CFC6-45AF-BAF1-F4FC745D36A5}" vid="{973EBBB7-4788-49EF-8DFF-C5A2016EADED}"/>
    </a:ext>
  </a:extLst>
</a:theme>
</file>

<file path=ppt/theme/theme3.xml><?xml version="1.0" encoding="utf-8"?>
<a:theme xmlns:a="http://schemas.openxmlformats.org/drawingml/2006/main" name="Metropolita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565d9a4-9658-4688-95dd-39b4aa857904" xsi:nil="true"/>
    <lcf76f155ced4ddcb4097134ff3c332f xmlns="ae52743f-d902-49b8-9d67-4e33f635a22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AF903EFA6F1304185B8B76D382796C3" ma:contentTypeVersion="12" ma:contentTypeDescription="Create a new document." ma:contentTypeScope="" ma:versionID="8327e696ad964eaa8757dd69c911c21b">
  <xsd:schema xmlns:xsd="http://www.w3.org/2001/XMLSchema" xmlns:xs="http://www.w3.org/2001/XMLSchema" xmlns:p="http://schemas.microsoft.com/office/2006/metadata/properties" xmlns:ns2="ae52743f-d902-49b8-9d67-4e33f635a226" xmlns:ns3="c565d9a4-9658-4688-95dd-39b4aa857904" targetNamespace="http://schemas.microsoft.com/office/2006/metadata/properties" ma:root="true" ma:fieldsID="9bdd7b4fa1f3b16ad4a21c7811265856" ns2:_="" ns3:_="">
    <xsd:import namespace="ae52743f-d902-49b8-9d67-4e33f635a226"/>
    <xsd:import namespace="c565d9a4-9658-4688-95dd-39b4aa85790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52743f-d902-49b8-9d67-4e33f635a2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db8617a1-beef-4e24-867f-51551f54cfe0"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565d9a4-9658-4688-95dd-39b4aa85790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147f1666-22d5-4ad8-96bb-8851b0759287}" ma:internalName="TaxCatchAll" ma:showField="CatchAllData" ma:web="c565d9a4-9658-4688-95dd-39b4aa857904">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1E0EC7F-BC8B-45EF-BF0D-8BC1E5C02C22}">
  <ds:schemaRefs>
    <ds:schemaRef ds:uri="http://schemas.microsoft.com/office/2006/metadata/properties"/>
    <ds:schemaRef ds:uri="http://schemas.microsoft.com/office/infopath/2007/PartnerControls"/>
    <ds:schemaRef ds:uri="c565d9a4-9658-4688-95dd-39b4aa857904"/>
    <ds:schemaRef ds:uri="ae52743f-d902-49b8-9d67-4e33f635a226"/>
  </ds:schemaRefs>
</ds:datastoreItem>
</file>

<file path=customXml/itemProps2.xml><?xml version="1.0" encoding="utf-8"?>
<ds:datastoreItem xmlns:ds="http://schemas.openxmlformats.org/officeDocument/2006/customXml" ds:itemID="{F61D466D-9D94-4120-B9F8-D67FA71501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52743f-d902-49b8-9d67-4e33f635a226"/>
    <ds:schemaRef ds:uri="c565d9a4-9658-4688-95dd-39b4aa8579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1286FDA-0E7A-4612-B438-5B63403D2E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3144</TotalTime>
  <Words>1784</Words>
  <Application>Microsoft Office PowerPoint</Application>
  <PresentationFormat>Letter Paper (8.5x11 in)</PresentationFormat>
  <Paragraphs>241</Paragraphs>
  <Slides>43</Slides>
  <Notes>42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43</vt:i4>
      </vt:variant>
    </vt:vector>
  </HeadingPairs>
  <TitlesOfParts>
    <vt:vector size="52" baseType="lpstr">
      <vt:lpstr>Arial</vt:lpstr>
      <vt:lpstr>Calibri</vt:lpstr>
      <vt:lpstr>Calibri Light</vt:lpstr>
      <vt:lpstr>Palatino Linotype</vt:lpstr>
      <vt:lpstr>Verdana</vt:lpstr>
      <vt:lpstr>Wingdings</vt:lpstr>
      <vt:lpstr>1_Essential</vt:lpstr>
      <vt:lpstr>Theme1a</vt:lpstr>
      <vt:lpstr>Metropolitan</vt:lpstr>
      <vt:lpstr>PowerPoint Presentation</vt:lpstr>
      <vt:lpstr>PowerPoint Presentation</vt:lpstr>
      <vt:lpstr>Group Discussion</vt:lpstr>
      <vt:lpstr>  Providing Value</vt:lpstr>
      <vt:lpstr>What is marketing?</vt:lpstr>
      <vt:lpstr>Core aspects of marketing</vt:lpstr>
      <vt:lpstr>Satisfying customer needs &amp; wants</vt:lpstr>
      <vt:lpstr>Satisfying customer needs &amp; wants</vt:lpstr>
      <vt:lpstr>Entails a marketing exchange</vt:lpstr>
      <vt:lpstr>Marketing entails an exchange</vt:lpstr>
      <vt:lpstr>PowerPoint Presentation</vt:lpstr>
      <vt:lpstr>PowerPoint Presentation</vt:lpstr>
      <vt:lpstr>Marketing requires marketing mix decisions</vt:lpstr>
      <vt:lpstr>Product: creating value</vt:lpstr>
      <vt:lpstr>Price: transacting value</vt:lpstr>
      <vt:lpstr>Place: delivering value</vt:lpstr>
      <vt:lpstr>Place: Marketing Channels  Distribution Strategy</vt:lpstr>
      <vt:lpstr>Promotion of ideas creates value</vt:lpstr>
      <vt:lpstr>Promotion: communicating value</vt:lpstr>
      <vt:lpstr>PowerPoint Presentation</vt:lpstr>
      <vt:lpstr>PowerPoint Presentation</vt:lpstr>
      <vt:lpstr>Marketing can be performed by both individuals &amp; organizations</vt:lpstr>
      <vt:lpstr>Marketing impacts many stakeholders</vt:lpstr>
      <vt:lpstr>The four orientations of marketing</vt:lpstr>
      <vt:lpstr>Product orientation</vt:lpstr>
      <vt:lpstr>Sales orientation</vt:lpstr>
      <vt:lpstr>Market orientation</vt:lpstr>
      <vt:lpstr>Value-based orientation</vt:lpstr>
      <vt:lpstr>PowerPoint Presentation</vt:lpstr>
      <vt:lpstr>PowerPoint Presentation</vt:lpstr>
      <vt:lpstr>How do firms become more value driven?</vt:lpstr>
      <vt:lpstr>Sharing information</vt:lpstr>
      <vt:lpstr>Case in point: Zara</vt:lpstr>
      <vt:lpstr>Balancing benefits with costs</vt:lpstr>
      <vt:lpstr>Building customer relationships</vt:lpstr>
      <vt:lpstr>Connect with customers using social media</vt:lpstr>
      <vt:lpstr>Why is marketing important?</vt:lpstr>
      <vt:lpstr>Marketing expands firms’ global presence</vt:lpstr>
      <vt:lpstr>Marketing is pervasive across channel members</vt:lpstr>
      <vt:lpstr>PowerPoint Presentation</vt:lpstr>
      <vt:lpstr>PowerPoint Presentation</vt:lpstr>
      <vt:lpstr>Marketing Enriches society</vt:lpstr>
      <vt:lpstr>Marketing can be entrepreneurial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Rosemary Peros</dc:creator>
  <cp:lastModifiedBy>Zain Choudhry</cp:lastModifiedBy>
  <cp:revision>282</cp:revision>
  <dcterms:created xsi:type="dcterms:W3CDTF">2010-07-16T17:29:59Z</dcterms:created>
  <dcterms:modified xsi:type="dcterms:W3CDTF">2026-01-09T02:03:12Z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0x0101004AF903EFA6F1304185B8B76D382796C3</vt:lpwstr>
  </property>
  <property fmtid="{D5CDD505-2E9C-101B-9397-08002B2CF9AE}" pid="3" name="MediaServiceImageTags">
    <vt:lpwstr/>
  </property>
</Properties>
</file>