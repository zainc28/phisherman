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 Choudhry" userId="a709895ea9e7cd12" providerId="LiveId" clId="{F93E23FC-B1F1-4D93-B375-9DC7FA75A0D6}"/>
    <pc:docChg chg="undo custSel delSld modSld">
      <pc:chgData name="Zain Choudhry" userId="a709895ea9e7cd12" providerId="LiveId" clId="{F93E23FC-B1F1-4D93-B375-9DC7FA75A0D6}" dt="2026-03-13T16:49:21.876" v="40" actId="1076"/>
      <pc:docMkLst>
        <pc:docMk/>
      </pc:docMkLst>
      <pc:sldChg chg="del">
        <pc:chgData name="Zain Choudhry" userId="a709895ea9e7cd12" providerId="LiveId" clId="{F93E23FC-B1F1-4D93-B375-9DC7FA75A0D6}" dt="2026-03-13T16:47:03.094" v="0" actId="47"/>
        <pc:sldMkLst>
          <pc:docMk/>
          <pc:sldMk cId="0" sldId="257"/>
        </pc:sldMkLst>
      </pc:sldChg>
      <pc:sldChg chg="addSp delSp modSp mod">
        <pc:chgData name="Zain Choudhry" userId="a709895ea9e7cd12" providerId="LiveId" clId="{F93E23FC-B1F1-4D93-B375-9DC7FA75A0D6}" dt="2026-03-13T16:49:21.876" v="40" actId="1076"/>
        <pc:sldMkLst>
          <pc:docMk/>
          <pc:sldMk cId="0" sldId="260"/>
        </pc:sldMkLst>
        <pc:spChg chg="mod">
          <ac:chgData name="Zain Choudhry" userId="a709895ea9e7cd12" providerId="LiveId" clId="{F93E23FC-B1F1-4D93-B375-9DC7FA75A0D6}" dt="2026-03-13T16:49:03.188" v="37" actId="20577"/>
          <ac:spMkLst>
            <pc:docMk/>
            <pc:sldMk cId="0" sldId="260"/>
            <ac:spMk id="3" creationId="{00000000-0000-0000-0000-000000000000}"/>
          </ac:spMkLst>
        </pc:spChg>
        <pc:spChg chg="mod ord">
          <ac:chgData name="Zain Choudhry" userId="a709895ea9e7cd12" providerId="LiveId" clId="{F93E23FC-B1F1-4D93-B375-9DC7FA75A0D6}" dt="2026-03-13T16:48:35.689" v="11" actId="1076"/>
          <ac:spMkLst>
            <pc:docMk/>
            <pc:sldMk cId="0" sldId="260"/>
            <ac:spMk id="4" creationId="{00000000-0000-0000-0000-000000000000}"/>
          </ac:spMkLst>
        </pc:spChg>
        <pc:spChg chg="add del mod ord">
          <ac:chgData name="Zain Choudhry" userId="a709895ea9e7cd12" providerId="LiveId" clId="{F93E23FC-B1F1-4D93-B375-9DC7FA75A0D6}" dt="2026-03-13T16:48:54.798" v="35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6:48:59.028" v="36" actId="1076"/>
          <ac:spMkLst>
            <pc:docMk/>
            <pc:sldMk cId="0" sldId="260"/>
            <ac:spMk id="11" creationId="{00000000-0000-0000-0000-000000000000}"/>
          </ac:spMkLst>
        </pc:spChg>
        <pc:spChg chg="del">
          <ac:chgData name="Zain Choudhry" userId="a709895ea9e7cd12" providerId="LiveId" clId="{F93E23FC-B1F1-4D93-B375-9DC7FA75A0D6}" dt="2026-03-13T16:49:15.935" v="39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Zain Choudhry" userId="a709895ea9e7cd12" providerId="LiveId" clId="{F93E23FC-B1F1-4D93-B375-9DC7FA75A0D6}" dt="2026-03-13T16:49:12.724" v="38" actId="47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Zain Choudhry" userId="a709895ea9e7cd12" providerId="LiveId" clId="{F93E23FC-B1F1-4D93-B375-9DC7FA75A0D6}" dt="2026-03-13T16:49:21.876" v="40" actId="1076"/>
          <ac:spMkLst>
            <pc:docMk/>
            <pc:sldMk cId="0" sldId="260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4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Eventually Consistent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vs Availability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Zain and Marek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37160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109728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223760" y="731520"/>
            <a:ext cx="731520" cy="7315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82296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128016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914400" cy="10972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7315200" y="2651760"/>
            <a:ext cx="1097280" cy="8229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760720" y="3291840"/>
            <a:ext cx="73152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0" y="3657600"/>
            <a:ext cx="1371600" cy="91440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772400" y="1371600"/>
            <a:ext cx="731520" cy="10972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 Theorem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Brewer, 2000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distributed system must choose 2 of these 3 guarantees: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the same data at the same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add a book to cart → your friend looking at your shared cart sees it immediately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gets a response (no errors, no timeouts)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to Cart" always works, even if some servers are down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5448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Tolerance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works even when network connections fail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and Europe data centers can't talk → system still runs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why can't we have all three? Let's see what happens when the network fails...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You Must Choose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Amazon has data centers in Virginia and Ireland. Suddenly, the network link between them goes down.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011680" cy="100584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Virginia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2011680" cy="100584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Ireland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26080" y="1737360"/>
            <a:ext cx="128016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20624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937760" y="1737360"/>
            <a:ext cx="128016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in Ireland clicks "Add to Cart". What should the Ireland data center do?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Reject the request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"Sorry, I can't confirm Virginia has your latest cart, so I can't safely add this item."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Consistent (no conflicting carts)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NOT Available (request fails)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Accept it anyway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"I'll save it here. We'll sync with Virginia later when the network is back."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977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Available (request succeeds)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NOT Consistent (carts may differ)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1A2F1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CAP tradeoff. During a partition, you MUST choose: Consistency OR Availability.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"Eventual Consistency"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"consistency later" actually mean?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"Blue Jacket"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3200400" cy="274320"/>
          </a:xfrm>
          <a:prstGeom prst="rect">
            <a:avLst/>
          </a:prstGeom>
          <a:solidFill>
            <a:srgbClr val="FFECB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Inconsistency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7843" y="229743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might not see the jacket yet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365760" cy="36576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syncing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331720"/>
            <a:ext cx="21031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Everyone sees "Blue Jacket"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59764" y="391055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use this! DNS (the internet's address book) is eventually consistent — updates take hours to spread worldwide.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2517" y="2331720"/>
            <a:ext cx="1726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Eventually Consistent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Controlling the Tradeoff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just "all or nothing." You can tune HOW consistent you want to be.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Your shopping cart is copied to 3 data centers (for backup)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508760"/>
            <a:ext cx="1463040" cy="64008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1508760"/>
            <a:ext cx="1463040" cy="64008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84048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508760"/>
            <a:ext cx="1463040" cy="64008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85216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Ireland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 How many data centers must confirm before we tell the customer "Success"?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697480" cy="4114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(1 of 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⚡⚡⚡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🛡️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Instant response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Other data centers might be behind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2697480" cy="4114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291840" y="28346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(2 of 3)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⚡⚡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🛡️🛡️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Pretty fast + some redundancy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4160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Small chance of stale reads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8346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69748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126480" y="28346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(3 of 3)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🛡️🛡️🛡️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copies guaranteed in sync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160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Slower, fails if any DC is down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configurable per application. A shopping cart might use "Fast" — a banking app might use "Safe".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Amazon's Choice: The Shopping Cart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built Dynamo — a database that lets each team choose their consistency level. Here's what they chose for carts: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Normal 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 items.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 stay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sync automatically.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Shoes, 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everywhere)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Network Fails!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can't talk.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 a Jacket.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accepts it anyway.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+ Jacket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(saved locally)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74320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03504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Network Heals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restored.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 merges the carts.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items lost!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Shoes, Hat, Jacket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items preserved)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4160520" cy="86868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Availability over Consistency?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0690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"Add to Cart" = lost sales = unhappy customers. A briefly out-of-sync cart is much less harmful.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6576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754880" y="3749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Worst Case?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40690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 partition, you might briefly see an old cart. After merge, you might see duplicate items. Both are fixable.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"Always accept the write, figure it out later" — Amazon's philosophy for shopping carts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scale, you must design for failure — rare events happen constantly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Theorem: You can't have perfect Consistency AND Availability during network failures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Consistency: Accept writes now, sync later — trade correctness for availability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dial, not a switch: You choose how many confirmations you need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114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tradeoff to your use case: Shopping cart → availability. Bank transfer → consistency.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750</Words>
  <Application>Microsoft Office PowerPoint</Application>
  <PresentationFormat>On-screen Show (16:9)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Eventually Consistent</dc:title>
  <dc:subject>PptxGenJS Presentation</dc:subject>
  <dc:creator>Zain and Marek</dc:creator>
  <cp:lastModifiedBy>Zain Choudhry</cp:lastModifiedBy>
  <cp:revision>1</cp:revision>
  <dcterms:created xsi:type="dcterms:W3CDTF">2026-03-13T04:29:47Z</dcterms:created>
  <dcterms:modified xsi:type="dcterms:W3CDTF">2026-03-13T16:49:27Z</dcterms:modified>
</cp:coreProperties>
</file>